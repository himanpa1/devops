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61" r:id="rId3"/>
    <p:sldId id="262" r:id="rId4"/>
    <p:sldId id="263" r:id="rId5"/>
    <p:sldId id="264" r:id="rId6"/>
    <p:sldId id="266" r:id="rId7"/>
    <p:sldId id="267" r:id="rId8"/>
    <p:sldId id="268" r:id="rId9"/>
    <p:sldId id="265" r:id="rId10"/>
    <p:sldId id="269" r:id="rId11"/>
    <p:sldId id="270" r:id="rId12"/>
    <p:sldId id="271" r:id="rId13"/>
    <p:sldId id="272" r:id="rId14"/>
    <p:sldId id="273" r:id="rId15"/>
    <p:sldId id="274" r:id="rId16"/>
    <p:sldId id="275" r:id="rId17"/>
    <p:sldId id="430" r:id="rId18"/>
    <p:sldId id="429" r:id="rId19"/>
    <p:sldId id="276" r:id="rId20"/>
    <p:sldId id="277" r:id="rId21"/>
    <p:sldId id="278" r:id="rId22"/>
    <p:sldId id="279" r:id="rId23"/>
    <p:sldId id="306" r:id="rId24"/>
    <p:sldId id="427" r:id="rId25"/>
    <p:sldId id="426" r:id="rId26"/>
    <p:sldId id="314" r:id="rId27"/>
    <p:sldId id="315" r:id="rId28"/>
    <p:sldId id="42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917C4B-0102-452C-B924-08F1B07DFDDB}" v="161" dt="2026-05-18T09:09:10.2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594" y="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 S, Dilip" userId="ee687202-47ca-4852-89ee-ec51b728b6cf" providerId="ADAL" clId="{9D8D5F6C-2438-42D0-9E4F-0685623411FE}"/>
    <pc:docChg chg="undo redo custSel addSld delSld modSld sldOrd delMainMaster">
      <pc:chgData name="B S, Dilip" userId="ee687202-47ca-4852-89ee-ec51b728b6cf" providerId="ADAL" clId="{9D8D5F6C-2438-42D0-9E4F-0685623411FE}" dt="2026-05-18T09:09:48.443" v="887" actId="478"/>
      <pc:docMkLst>
        <pc:docMk/>
      </pc:docMkLst>
      <pc:sldChg chg="modSp del mod">
        <pc:chgData name="B S, Dilip" userId="ee687202-47ca-4852-89ee-ec51b728b6cf" providerId="ADAL" clId="{9D8D5F6C-2438-42D0-9E4F-0685623411FE}" dt="2026-05-18T08:16:29.365" v="8" actId="47"/>
        <pc:sldMkLst>
          <pc:docMk/>
          <pc:sldMk cId="3019422250" sldId="256"/>
        </pc:sldMkLst>
        <pc:spChg chg="mod">
          <ac:chgData name="B S, Dilip" userId="ee687202-47ca-4852-89ee-ec51b728b6cf" providerId="ADAL" clId="{9D8D5F6C-2438-42D0-9E4F-0685623411FE}" dt="2026-05-18T08:16:03.756" v="1" actId="20577"/>
          <ac:spMkLst>
            <pc:docMk/>
            <pc:sldMk cId="3019422250" sldId="256"/>
            <ac:spMk id="2" creationId="{BB278B50-6B61-971B-C862-6AD1B892903B}"/>
          </ac:spMkLst>
        </pc:spChg>
      </pc:sldChg>
      <pc:sldChg chg="add del">
        <pc:chgData name="B S, Dilip" userId="ee687202-47ca-4852-89ee-ec51b728b6cf" providerId="ADAL" clId="{9D8D5F6C-2438-42D0-9E4F-0685623411FE}" dt="2026-05-18T08:16:30.839" v="9" actId="47"/>
        <pc:sldMkLst>
          <pc:docMk/>
          <pc:sldMk cId="1534987044" sldId="259"/>
        </pc:sldMkLst>
      </pc:sldChg>
      <pc:sldChg chg="addSp delSp modSp new mod ord">
        <pc:chgData name="B S, Dilip" userId="ee687202-47ca-4852-89ee-ec51b728b6cf" providerId="ADAL" clId="{9D8D5F6C-2438-42D0-9E4F-0685623411FE}" dt="2026-05-18T08:17:10.093" v="38" actId="20577"/>
        <pc:sldMkLst>
          <pc:docMk/>
          <pc:sldMk cId="3349367463" sldId="260"/>
        </pc:sldMkLst>
        <pc:spChg chg="mod">
          <ac:chgData name="B S, Dilip" userId="ee687202-47ca-4852-89ee-ec51b728b6cf" providerId="ADAL" clId="{9D8D5F6C-2438-42D0-9E4F-0685623411FE}" dt="2026-05-18T08:17:04.899" v="24" actId="20577"/>
          <ac:spMkLst>
            <pc:docMk/>
            <pc:sldMk cId="3349367463" sldId="260"/>
            <ac:spMk id="4" creationId="{F35BEDF3-A1A1-FA73-C8D0-9552BBEE57BC}"/>
          </ac:spMkLst>
        </pc:spChg>
        <pc:spChg chg="mod">
          <ac:chgData name="B S, Dilip" userId="ee687202-47ca-4852-89ee-ec51b728b6cf" providerId="ADAL" clId="{9D8D5F6C-2438-42D0-9E4F-0685623411FE}" dt="2026-05-18T08:17:10.093" v="38" actId="20577"/>
          <ac:spMkLst>
            <pc:docMk/>
            <pc:sldMk cId="3349367463" sldId="260"/>
            <ac:spMk id="5" creationId="{2F771049-1298-9403-DF4E-C151A2A34307}"/>
          </ac:spMkLst>
        </pc:spChg>
        <pc:spChg chg="mod">
          <ac:chgData name="B S, Dilip" userId="ee687202-47ca-4852-89ee-ec51b728b6cf" providerId="ADAL" clId="{9D8D5F6C-2438-42D0-9E4F-0685623411FE}" dt="2026-05-18T08:16:46.063" v="14" actId="20577"/>
          <ac:spMkLst>
            <pc:docMk/>
            <pc:sldMk cId="3349367463" sldId="260"/>
            <ac:spMk id="6" creationId="{6D93A9E2-ECCB-2A69-2099-9DA1DF1B25AC}"/>
          </ac:spMkLst>
        </pc:spChg>
        <pc:spChg chg="add del">
          <ac:chgData name="B S, Dilip" userId="ee687202-47ca-4852-89ee-ec51b728b6cf" providerId="ADAL" clId="{9D8D5F6C-2438-42D0-9E4F-0685623411FE}" dt="2026-05-18T08:16:41.380" v="11" actId="22"/>
          <ac:spMkLst>
            <pc:docMk/>
            <pc:sldMk cId="3349367463" sldId="260"/>
            <ac:spMk id="8" creationId="{6EAC7CDD-EC35-0721-8FF3-4F761398BBA9}"/>
          </ac:spMkLst>
        </pc:spChg>
      </pc:sldChg>
      <pc:sldChg chg="modSp new mod">
        <pc:chgData name="B S, Dilip" userId="ee687202-47ca-4852-89ee-ec51b728b6cf" providerId="ADAL" clId="{9D8D5F6C-2438-42D0-9E4F-0685623411FE}" dt="2026-05-18T08:17:57.364" v="52" actId="20577"/>
        <pc:sldMkLst>
          <pc:docMk/>
          <pc:sldMk cId="2699898817" sldId="261"/>
        </pc:sldMkLst>
        <pc:spChg chg="mod">
          <ac:chgData name="B S, Dilip" userId="ee687202-47ca-4852-89ee-ec51b728b6cf" providerId="ADAL" clId="{9D8D5F6C-2438-42D0-9E4F-0685623411FE}" dt="2026-05-18T08:17:57.364" v="52" actId="20577"/>
          <ac:spMkLst>
            <pc:docMk/>
            <pc:sldMk cId="2699898817" sldId="261"/>
            <ac:spMk id="2" creationId="{B3B681F5-3C1A-B543-424B-62EBB996C1B9}"/>
          </ac:spMkLst>
        </pc:spChg>
        <pc:spChg chg="mod">
          <ac:chgData name="B S, Dilip" userId="ee687202-47ca-4852-89ee-ec51b728b6cf" providerId="ADAL" clId="{9D8D5F6C-2438-42D0-9E4F-0685623411FE}" dt="2026-05-18T08:17:23.858" v="40"/>
          <ac:spMkLst>
            <pc:docMk/>
            <pc:sldMk cId="2699898817" sldId="261"/>
            <ac:spMk id="3" creationId="{D30D79F9-E846-435C-A94D-A1FDFFA66534}"/>
          </ac:spMkLst>
        </pc:spChg>
      </pc:sldChg>
      <pc:sldChg chg="addSp delSp modSp new mod">
        <pc:chgData name="B S, Dilip" userId="ee687202-47ca-4852-89ee-ec51b728b6cf" providerId="ADAL" clId="{9D8D5F6C-2438-42D0-9E4F-0685623411FE}" dt="2026-05-18T08:31:21.008" v="291" actId="1076"/>
        <pc:sldMkLst>
          <pc:docMk/>
          <pc:sldMk cId="3491710178" sldId="262"/>
        </pc:sldMkLst>
        <pc:spChg chg="mod">
          <ac:chgData name="B S, Dilip" userId="ee687202-47ca-4852-89ee-ec51b728b6cf" providerId="ADAL" clId="{9D8D5F6C-2438-42D0-9E4F-0685623411FE}" dt="2026-05-18T08:31:14.242" v="290" actId="20577"/>
          <ac:spMkLst>
            <pc:docMk/>
            <pc:sldMk cId="3491710178" sldId="262"/>
            <ac:spMk id="2" creationId="{8061DC1A-7233-407E-CFF1-658689C3FE7B}"/>
          </ac:spMkLst>
        </pc:spChg>
        <pc:spChg chg="mod">
          <ac:chgData name="B S, Dilip" userId="ee687202-47ca-4852-89ee-ec51b728b6cf" providerId="ADAL" clId="{9D8D5F6C-2438-42D0-9E4F-0685623411FE}" dt="2026-05-18T08:18:16.317" v="56" actId="20577"/>
          <ac:spMkLst>
            <pc:docMk/>
            <pc:sldMk cId="3491710178" sldId="262"/>
            <ac:spMk id="3" creationId="{F0926FF0-9A1F-E7F3-F3FD-20456B633084}"/>
          </ac:spMkLst>
        </pc:spChg>
        <pc:spChg chg="add del">
          <ac:chgData name="B S, Dilip" userId="ee687202-47ca-4852-89ee-ec51b728b6cf" providerId="ADAL" clId="{9D8D5F6C-2438-42D0-9E4F-0685623411FE}" dt="2026-05-18T08:18:24.702" v="58" actId="22"/>
          <ac:spMkLst>
            <pc:docMk/>
            <pc:sldMk cId="3491710178" sldId="262"/>
            <ac:spMk id="7" creationId="{D8E8165C-738F-32EA-F835-8C8D7BDCC6FB}"/>
          </ac:spMkLst>
        </pc:spChg>
        <pc:graphicFrameChg chg="add mod">
          <ac:chgData name="B S, Dilip" userId="ee687202-47ca-4852-89ee-ec51b728b6cf" providerId="ADAL" clId="{9D8D5F6C-2438-42D0-9E4F-0685623411FE}" dt="2026-05-18T08:31:21.008" v="291" actId="1076"/>
          <ac:graphicFrameMkLst>
            <pc:docMk/>
            <pc:sldMk cId="3491710178" sldId="262"/>
            <ac:graphicFrameMk id="8" creationId="{D2A91B26-27C5-4C51-8541-44159BE865DE}"/>
          </ac:graphicFrameMkLst>
        </pc:graphicFrameChg>
      </pc:sldChg>
      <pc:sldChg chg="addSp modSp new mod modAnim">
        <pc:chgData name="B S, Dilip" userId="ee687202-47ca-4852-89ee-ec51b728b6cf" providerId="ADAL" clId="{9D8D5F6C-2438-42D0-9E4F-0685623411FE}" dt="2026-05-18T08:22:41.065" v="154" actId="20577"/>
        <pc:sldMkLst>
          <pc:docMk/>
          <pc:sldMk cId="3899783272" sldId="263"/>
        </pc:sldMkLst>
        <pc:spChg chg="mod">
          <ac:chgData name="B S, Dilip" userId="ee687202-47ca-4852-89ee-ec51b728b6cf" providerId="ADAL" clId="{9D8D5F6C-2438-42D0-9E4F-0685623411FE}" dt="2026-05-18T08:22:41.065" v="154" actId="20577"/>
          <ac:spMkLst>
            <pc:docMk/>
            <pc:sldMk cId="3899783272" sldId="263"/>
            <ac:spMk id="2" creationId="{A1CD9030-05C3-1DD8-8541-38A6C54D5DB7}"/>
          </ac:spMkLst>
        </pc:spChg>
        <pc:spChg chg="mod">
          <ac:chgData name="B S, Dilip" userId="ee687202-47ca-4852-89ee-ec51b728b6cf" providerId="ADAL" clId="{9D8D5F6C-2438-42D0-9E4F-0685623411FE}" dt="2026-05-18T08:19:27.770" v="74"/>
          <ac:spMkLst>
            <pc:docMk/>
            <pc:sldMk cId="3899783272" sldId="263"/>
            <ac:spMk id="3" creationId="{4AE33CDC-1922-E452-989F-E0D697732F9D}"/>
          </ac:spMkLst>
        </pc:spChg>
        <pc:grpChg chg="add mod">
          <ac:chgData name="B S, Dilip" userId="ee687202-47ca-4852-89ee-ec51b728b6cf" providerId="ADAL" clId="{9D8D5F6C-2438-42D0-9E4F-0685623411FE}" dt="2026-05-18T08:22:16.701" v="149" actId="14100"/>
          <ac:grpSpMkLst>
            <pc:docMk/>
            <pc:sldMk cId="3899783272" sldId="263"/>
            <ac:grpSpMk id="9" creationId="{14EAD034-9AFC-955A-11BE-58CE7C09D88D}"/>
          </ac:grpSpMkLst>
        </pc:grpChg>
        <pc:picChg chg="add mod">
          <ac:chgData name="B S, Dilip" userId="ee687202-47ca-4852-89ee-ec51b728b6cf" providerId="ADAL" clId="{9D8D5F6C-2438-42D0-9E4F-0685623411FE}" dt="2026-05-18T08:22:05.346" v="146" actId="164"/>
          <ac:picMkLst>
            <pc:docMk/>
            <pc:sldMk cId="3899783272" sldId="263"/>
            <ac:picMk id="6" creationId="{5A80EF52-6260-424F-80F0-B4A95B39FCCE}"/>
          </ac:picMkLst>
        </pc:picChg>
        <pc:picChg chg="add mod">
          <ac:chgData name="B S, Dilip" userId="ee687202-47ca-4852-89ee-ec51b728b6cf" providerId="ADAL" clId="{9D8D5F6C-2438-42D0-9E4F-0685623411FE}" dt="2026-05-18T08:22:05.346" v="146" actId="164"/>
          <ac:picMkLst>
            <pc:docMk/>
            <pc:sldMk cId="3899783272" sldId="263"/>
            <ac:picMk id="8" creationId="{AE5635E5-31F9-C276-9FF4-8416603C6DE6}"/>
          </ac:picMkLst>
        </pc:picChg>
      </pc:sldChg>
      <pc:sldChg chg="addSp delSp modSp new mod modAnim">
        <pc:chgData name="B S, Dilip" userId="ee687202-47ca-4852-89ee-ec51b728b6cf" providerId="ADAL" clId="{9D8D5F6C-2438-42D0-9E4F-0685623411FE}" dt="2026-05-18T08:30:51.359" v="289" actId="6549"/>
        <pc:sldMkLst>
          <pc:docMk/>
          <pc:sldMk cId="2342984701" sldId="264"/>
        </pc:sldMkLst>
        <pc:spChg chg="add del mod">
          <ac:chgData name="B S, Dilip" userId="ee687202-47ca-4852-89ee-ec51b728b6cf" providerId="ADAL" clId="{9D8D5F6C-2438-42D0-9E4F-0685623411FE}" dt="2026-05-18T08:30:51.359" v="289" actId="6549"/>
          <ac:spMkLst>
            <pc:docMk/>
            <pc:sldMk cId="2342984701" sldId="264"/>
            <ac:spMk id="2" creationId="{B4D8C54B-1FD0-4828-65A5-AC37F432F569}"/>
          </ac:spMkLst>
        </pc:spChg>
        <pc:spChg chg="mod">
          <ac:chgData name="B S, Dilip" userId="ee687202-47ca-4852-89ee-ec51b728b6cf" providerId="ADAL" clId="{9D8D5F6C-2438-42D0-9E4F-0685623411FE}" dt="2026-05-18T08:23:09.349" v="159" actId="20577"/>
          <ac:spMkLst>
            <pc:docMk/>
            <pc:sldMk cId="2342984701" sldId="264"/>
            <ac:spMk id="3" creationId="{20006E56-A50E-F6DB-2259-45372C91FBC9}"/>
          </ac:spMkLst>
        </pc:spChg>
        <pc:spChg chg="add mod">
          <ac:chgData name="B S, Dilip" userId="ee687202-47ca-4852-89ee-ec51b728b6cf" providerId="ADAL" clId="{9D8D5F6C-2438-42D0-9E4F-0685623411FE}" dt="2026-05-18T08:23:34.284" v="168"/>
          <ac:spMkLst>
            <pc:docMk/>
            <pc:sldMk cId="2342984701" sldId="264"/>
            <ac:spMk id="6" creationId="{D143F677-B197-1899-35B8-7CF629A370F4}"/>
          </ac:spMkLst>
        </pc:spChg>
        <pc:spChg chg="add mod">
          <ac:chgData name="B S, Dilip" userId="ee687202-47ca-4852-89ee-ec51b728b6cf" providerId="ADAL" clId="{9D8D5F6C-2438-42D0-9E4F-0685623411FE}" dt="2026-05-18T08:23:38.572" v="170"/>
          <ac:spMkLst>
            <pc:docMk/>
            <pc:sldMk cId="2342984701" sldId="264"/>
            <ac:spMk id="7" creationId="{F7437861-7EEA-3420-F354-2397DC94EE4A}"/>
          </ac:spMkLst>
        </pc:spChg>
        <pc:spChg chg="add del mod">
          <ac:chgData name="B S, Dilip" userId="ee687202-47ca-4852-89ee-ec51b728b6cf" providerId="ADAL" clId="{9D8D5F6C-2438-42D0-9E4F-0685623411FE}" dt="2026-05-18T08:25:29.850" v="189" actId="478"/>
          <ac:spMkLst>
            <pc:docMk/>
            <pc:sldMk cId="2342984701" sldId="264"/>
            <ac:spMk id="9" creationId="{70394BCB-C95F-C35C-F2CA-8C1FD2B08C99}"/>
          </ac:spMkLst>
        </pc:spChg>
        <pc:spChg chg="add mod">
          <ac:chgData name="B S, Dilip" userId="ee687202-47ca-4852-89ee-ec51b728b6cf" providerId="ADAL" clId="{9D8D5F6C-2438-42D0-9E4F-0685623411FE}" dt="2026-05-18T08:30:25.139" v="281" actId="1582"/>
          <ac:spMkLst>
            <pc:docMk/>
            <pc:sldMk cId="2342984701" sldId="264"/>
            <ac:spMk id="10" creationId="{EB62BDCB-9FFA-F073-5C71-B5E7F94FF85F}"/>
          </ac:spMkLst>
        </pc:spChg>
        <pc:spChg chg="add mod">
          <ac:chgData name="B S, Dilip" userId="ee687202-47ca-4852-89ee-ec51b728b6cf" providerId="ADAL" clId="{9D8D5F6C-2438-42D0-9E4F-0685623411FE}" dt="2026-05-18T08:30:30.248" v="282" actId="1582"/>
          <ac:spMkLst>
            <pc:docMk/>
            <pc:sldMk cId="2342984701" sldId="264"/>
            <ac:spMk id="11" creationId="{D00A8DE6-A4CD-A569-E637-1AF581A578C5}"/>
          </ac:spMkLst>
        </pc:spChg>
        <pc:spChg chg="add mod">
          <ac:chgData name="B S, Dilip" userId="ee687202-47ca-4852-89ee-ec51b728b6cf" providerId="ADAL" clId="{9D8D5F6C-2438-42D0-9E4F-0685623411FE}" dt="2026-05-18T08:30:34.558" v="283" actId="1582"/>
          <ac:spMkLst>
            <pc:docMk/>
            <pc:sldMk cId="2342984701" sldId="264"/>
            <ac:spMk id="12" creationId="{8953FBA0-D0DA-838B-C630-14B7D37076FE}"/>
          </ac:spMkLst>
        </pc:spChg>
        <pc:spChg chg="add mod">
          <ac:chgData name="B S, Dilip" userId="ee687202-47ca-4852-89ee-ec51b728b6cf" providerId="ADAL" clId="{9D8D5F6C-2438-42D0-9E4F-0685623411FE}" dt="2026-05-18T08:30:38.796" v="284" actId="1582"/>
          <ac:spMkLst>
            <pc:docMk/>
            <pc:sldMk cId="2342984701" sldId="264"/>
            <ac:spMk id="13" creationId="{0954D304-905F-E247-7A6E-439D5267C8A2}"/>
          </ac:spMkLst>
        </pc:spChg>
        <pc:picChg chg="add mod modCrop">
          <ac:chgData name="B S, Dilip" userId="ee687202-47ca-4852-89ee-ec51b728b6cf" providerId="ADAL" clId="{9D8D5F6C-2438-42D0-9E4F-0685623411FE}" dt="2026-05-18T08:25:50.363" v="193" actId="14100"/>
          <ac:picMkLst>
            <pc:docMk/>
            <pc:sldMk cId="2342984701" sldId="264"/>
            <ac:picMk id="8" creationId="{AFAFBF02-BA49-A781-A7D7-ECBC1739AC2E}"/>
          </ac:picMkLst>
        </pc:picChg>
      </pc:sldChg>
      <pc:sldChg chg="addSp modSp new mod modClrScheme chgLayout">
        <pc:chgData name="B S, Dilip" userId="ee687202-47ca-4852-89ee-ec51b728b6cf" providerId="ADAL" clId="{9D8D5F6C-2438-42D0-9E4F-0685623411FE}" dt="2026-05-18T08:45:38.694" v="514" actId="26606"/>
        <pc:sldMkLst>
          <pc:docMk/>
          <pc:sldMk cId="2055668085" sldId="265"/>
        </pc:sldMkLst>
        <pc:spChg chg="mod">
          <ac:chgData name="B S, Dilip" userId="ee687202-47ca-4852-89ee-ec51b728b6cf" providerId="ADAL" clId="{9D8D5F6C-2438-42D0-9E4F-0685623411FE}" dt="2026-05-18T08:45:38.694" v="514" actId="26606"/>
          <ac:spMkLst>
            <pc:docMk/>
            <pc:sldMk cId="2055668085" sldId="265"/>
            <ac:spMk id="2" creationId="{96B00E3F-4923-FF7C-1DD9-A76B3F6205AC}"/>
          </ac:spMkLst>
        </pc:spChg>
        <pc:spChg chg="mod">
          <ac:chgData name="B S, Dilip" userId="ee687202-47ca-4852-89ee-ec51b728b6cf" providerId="ADAL" clId="{9D8D5F6C-2438-42D0-9E4F-0685623411FE}" dt="2026-05-18T08:45:38.694" v="514" actId="26606"/>
          <ac:spMkLst>
            <pc:docMk/>
            <pc:sldMk cId="2055668085" sldId="265"/>
            <ac:spMk id="3" creationId="{E8A30393-DBEC-01F8-D563-5316A757F54B}"/>
          </ac:spMkLst>
        </pc:spChg>
        <pc:spChg chg="mod">
          <ac:chgData name="B S, Dilip" userId="ee687202-47ca-4852-89ee-ec51b728b6cf" providerId="ADAL" clId="{9D8D5F6C-2438-42D0-9E4F-0685623411FE}" dt="2026-05-18T08:45:38.694" v="514" actId="26606"/>
          <ac:spMkLst>
            <pc:docMk/>
            <pc:sldMk cId="2055668085" sldId="265"/>
            <ac:spMk id="4" creationId="{E68A3A35-C34C-0BCF-4C00-AAE3C527262F}"/>
          </ac:spMkLst>
        </pc:spChg>
        <pc:spChg chg="mod">
          <ac:chgData name="B S, Dilip" userId="ee687202-47ca-4852-89ee-ec51b728b6cf" providerId="ADAL" clId="{9D8D5F6C-2438-42D0-9E4F-0685623411FE}" dt="2026-05-18T08:45:38.694" v="514" actId="26606"/>
          <ac:spMkLst>
            <pc:docMk/>
            <pc:sldMk cId="2055668085" sldId="265"/>
            <ac:spMk id="5" creationId="{0C805007-AAAF-0894-723B-76809A82311A}"/>
          </ac:spMkLst>
        </pc:spChg>
        <pc:picChg chg="add mod ord">
          <ac:chgData name="B S, Dilip" userId="ee687202-47ca-4852-89ee-ec51b728b6cf" providerId="ADAL" clId="{9D8D5F6C-2438-42D0-9E4F-0685623411FE}" dt="2026-05-18T08:45:38.694" v="514" actId="26606"/>
          <ac:picMkLst>
            <pc:docMk/>
            <pc:sldMk cId="2055668085" sldId="265"/>
            <ac:picMk id="6" creationId="{BC2D853E-EB79-918D-AE72-4389BDBCCEAE}"/>
          </ac:picMkLst>
        </pc:picChg>
      </pc:sldChg>
      <pc:sldChg chg="addSp delSp modSp add mod delAnim">
        <pc:chgData name="B S, Dilip" userId="ee687202-47ca-4852-89ee-ec51b728b6cf" providerId="ADAL" clId="{9D8D5F6C-2438-42D0-9E4F-0685623411FE}" dt="2026-05-18T08:36:56.040" v="350"/>
        <pc:sldMkLst>
          <pc:docMk/>
          <pc:sldMk cId="1297346728" sldId="266"/>
        </pc:sldMkLst>
        <pc:spChg chg="mod">
          <ac:chgData name="B S, Dilip" userId="ee687202-47ca-4852-89ee-ec51b728b6cf" providerId="ADAL" clId="{9D8D5F6C-2438-42D0-9E4F-0685623411FE}" dt="2026-05-18T08:33:28.735" v="319" actId="20577"/>
          <ac:spMkLst>
            <pc:docMk/>
            <pc:sldMk cId="1297346728" sldId="266"/>
            <ac:spMk id="2" creationId="{0CD0E744-88A1-9657-526B-415394C7E0A8}"/>
          </ac:spMkLst>
        </pc:spChg>
        <pc:spChg chg="mod">
          <ac:chgData name="B S, Dilip" userId="ee687202-47ca-4852-89ee-ec51b728b6cf" providerId="ADAL" clId="{9D8D5F6C-2438-42D0-9E4F-0685623411FE}" dt="2026-05-18T08:34:39.975" v="322"/>
          <ac:spMkLst>
            <pc:docMk/>
            <pc:sldMk cId="1297346728" sldId="266"/>
            <ac:spMk id="10" creationId="{1A4152A9-3094-E738-DEFF-7A6B4B8DF41C}"/>
          </ac:spMkLst>
        </pc:spChg>
        <pc:spChg chg="mod">
          <ac:chgData name="B S, Dilip" userId="ee687202-47ca-4852-89ee-ec51b728b6cf" providerId="ADAL" clId="{9D8D5F6C-2438-42D0-9E4F-0685623411FE}" dt="2026-05-18T08:35:59.958" v="329" actId="14100"/>
          <ac:spMkLst>
            <pc:docMk/>
            <pc:sldMk cId="1297346728" sldId="266"/>
            <ac:spMk id="11" creationId="{2E5FF664-EDD0-1662-49EC-F81CD76D23F3}"/>
          </ac:spMkLst>
        </pc:spChg>
        <pc:spChg chg="mod">
          <ac:chgData name="B S, Dilip" userId="ee687202-47ca-4852-89ee-ec51b728b6cf" providerId="ADAL" clId="{9D8D5F6C-2438-42D0-9E4F-0685623411FE}" dt="2026-05-18T08:36:33.548" v="345" actId="20577"/>
          <ac:spMkLst>
            <pc:docMk/>
            <pc:sldMk cId="1297346728" sldId="266"/>
            <ac:spMk id="12" creationId="{1105A480-0BAC-7658-94F8-25FD2846BD30}"/>
          </ac:spMkLst>
        </pc:spChg>
        <pc:spChg chg="mod">
          <ac:chgData name="B S, Dilip" userId="ee687202-47ca-4852-89ee-ec51b728b6cf" providerId="ADAL" clId="{9D8D5F6C-2438-42D0-9E4F-0685623411FE}" dt="2026-05-18T08:36:56.040" v="350"/>
          <ac:spMkLst>
            <pc:docMk/>
            <pc:sldMk cId="1297346728" sldId="266"/>
            <ac:spMk id="13" creationId="{B5455940-D28A-5034-196D-2DA7CB119C1B}"/>
          </ac:spMkLst>
        </pc:spChg>
        <pc:picChg chg="add mod">
          <ac:chgData name="B S, Dilip" userId="ee687202-47ca-4852-89ee-ec51b728b6cf" providerId="ADAL" clId="{9D8D5F6C-2438-42D0-9E4F-0685623411FE}" dt="2026-05-18T08:33:13.844" v="299" actId="14100"/>
          <ac:picMkLst>
            <pc:docMk/>
            <pc:sldMk cId="1297346728" sldId="266"/>
            <ac:picMk id="6" creationId="{8ABD0785-2653-D6C3-17AB-4AA5A3977578}"/>
          </ac:picMkLst>
        </pc:picChg>
        <pc:picChg chg="del">
          <ac:chgData name="B S, Dilip" userId="ee687202-47ca-4852-89ee-ec51b728b6cf" providerId="ADAL" clId="{9D8D5F6C-2438-42D0-9E4F-0685623411FE}" dt="2026-05-18T08:33:03.822" v="295" actId="478"/>
          <ac:picMkLst>
            <pc:docMk/>
            <pc:sldMk cId="1297346728" sldId="266"/>
            <ac:picMk id="8" creationId="{BE66D573-4BE1-FEB6-B5DC-142FBDB68472}"/>
          </ac:picMkLst>
        </pc:picChg>
      </pc:sldChg>
      <pc:sldChg chg="addSp delSp modSp add mod delAnim modAnim">
        <pc:chgData name="B S, Dilip" userId="ee687202-47ca-4852-89ee-ec51b728b6cf" providerId="ADAL" clId="{9D8D5F6C-2438-42D0-9E4F-0685623411FE}" dt="2026-05-18T08:40:45.278" v="438" actId="478"/>
        <pc:sldMkLst>
          <pc:docMk/>
          <pc:sldMk cId="4115393500" sldId="267"/>
        </pc:sldMkLst>
        <pc:spChg chg="mod">
          <ac:chgData name="B S, Dilip" userId="ee687202-47ca-4852-89ee-ec51b728b6cf" providerId="ADAL" clId="{9D8D5F6C-2438-42D0-9E4F-0685623411FE}" dt="2026-05-18T08:37:39.482" v="394" actId="20577"/>
          <ac:spMkLst>
            <pc:docMk/>
            <pc:sldMk cId="4115393500" sldId="267"/>
            <ac:spMk id="2" creationId="{293E665B-E878-71DB-FB7D-71903488C5C8}"/>
          </ac:spMkLst>
        </pc:spChg>
        <pc:spChg chg="mod">
          <ac:chgData name="B S, Dilip" userId="ee687202-47ca-4852-89ee-ec51b728b6cf" providerId="ADAL" clId="{9D8D5F6C-2438-42D0-9E4F-0685623411FE}" dt="2026-05-18T08:38:39.100" v="401"/>
          <ac:spMkLst>
            <pc:docMk/>
            <pc:sldMk cId="4115393500" sldId="267"/>
            <ac:spMk id="10" creationId="{AC6BEB08-6053-7B7F-0D11-DF3A2DCA302E}"/>
          </ac:spMkLst>
        </pc:spChg>
        <pc:spChg chg="mod">
          <ac:chgData name="B S, Dilip" userId="ee687202-47ca-4852-89ee-ec51b728b6cf" providerId="ADAL" clId="{9D8D5F6C-2438-42D0-9E4F-0685623411FE}" dt="2026-05-18T08:39:36.403" v="418" actId="1076"/>
          <ac:spMkLst>
            <pc:docMk/>
            <pc:sldMk cId="4115393500" sldId="267"/>
            <ac:spMk id="11" creationId="{4E5D449E-7426-F85B-EEF0-326DF1DC085F}"/>
          </ac:spMkLst>
        </pc:spChg>
        <pc:spChg chg="mod">
          <ac:chgData name="B S, Dilip" userId="ee687202-47ca-4852-89ee-ec51b728b6cf" providerId="ADAL" clId="{9D8D5F6C-2438-42D0-9E4F-0685623411FE}" dt="2026-05-18T08:40:00.913" v="428" actId="20577"/>
          <ac:spMkLst>
            <pc:docMk/>
            <pc:sldMk cId="4115393500" sldId="267"/>
            <ac:spMk id="12" creationId="{1387C35C-E466-89A2-1CBD-3F10FD60ECFC}"/>
          </ac:spMkLst>
        </pc:spChg>
        <pc:spChg chg="del">
          <ac:chgData name="B S, Dilip" userId="ee687202-47ca-4852-89ee-ec51b728b6cf" providerId="ADAL" clId="{9D8D5F6C-2438-42D0-9E4F-0685623411FE}" dt="2026-05-18T08:37:16.421" v="355" actId="478"/>
          <ac:spMkLst>
            <pc:docMk/>
            <pc:sldMk cId="4115393500" sldId="267"/>
            <ac:spMk id="13" creationId="{9F9A2F75-15B3-C6F7-F9D2-F719E081E66E}"/>
          </ac:spMkLst>
        </pc:spChg>
        <pc:picChg chg="add mod">
          <ac:chgData name="B S, Dilip" userId="ee687202-47ca-4852-89ee-ec51b728b6cf" providerId="ADAL" clId="{9D8D5F6C-2438-42D0-9E4F-0685623411FE}" dt="2026-05-18T08:37:14.371" v="354" actId="14100"/>
          <ac:picMkLst>
            <pc:docMk/>
            <pc:sldMk cId="4115393500" sldId="267"/>
            <ac:picMk id="6" creationId="{D1B59E06-0A74-7AD8-1290-7B90CC77D5A8}"/>
          </ac:picMkLst>
        </pc:picChg>
        <pc:picChg chg="del">
          <ac:chgData name="B S, Dilip" userId="ee687202-47ca-4852-89ee-ec51b728b6cf" providerId="ADAL" clId="{9D8D5F6C-2438-42D0-9E4F-0685623411FE}" dt="2026-05-18T08:37:05.181" v="351" actId="478"/>
          <ac:picMkLst>
            <pc:docMk/>
            <pc:sldMk cId="4115393500" sldId="267"/>
            <ac:picMk id="8" creationId="{9F64FAC3-E8E4-D1F3-DD2A-1FA67236254D}"/>
          </ac:picMkLst>
        </pc:picChg>
        <pc:cxnChg chg="add del mod">
          <ac:chgData name="B S, Dilip" userId="ee687202-47ca-4852-89ee-ec51b728b6cf" providerId="ADAL" clId="{9D8D5F6C-2438-42D0-9E4F-0685623411FE}" dt="2026-05-18T08:40:42.941" v="437" actId="478"/>
          <ac:cxnSpMkLst>
            <pc:docMk/>
            <pc:sldMk cId="4115393500" sldId="267"/>
            <ac:cxnSpMk id="7" creationId="{07F427D1-5C11-1B88-BB8B-BF12256658C8}"/>
          </ac:cxnSpMkLst>
        </pc:cxnChg>
        <pc:cxnChg chg="add del mod">
          <ac:chgData name="B S, Dilip" userId="ee687202-47ca-4852-89ee-ec51b728b6cf" providerId="ADAL" clId="{9D8D5F6C-2438-42D0-9E4F-0685623411FE}" dt="2026-05-18T08:40:45.278" v="438" actId="478"/>
          <ac:cxnSpMkLst>
            <pc:docMk/>
            <pc:sldMk cId="4115393500" sldId="267"/>
            <ac:cxnSpMk id="14" creationId="{648D3094-DD9D-30A3-0995-A6BB335DBED9}"/>
          </ac:cxnSpMkLst>
        </pc:cxnChg>
      </pc:sldChg>
      <pc:sldChg chg="addSp delSp modSp add mod ord">
        <pc:chgData name="B S, Dilip" userId="ee687202-47ca-4852-89ee-ec51b728b6cf" providerId="ADAL" clId="{9D8D5F6C-2438-42D0-9E4F-0685623411FE}" dt="2026-05-18T08:45:01.768" v="506" actId="404"/>
        <pc:sldMkLst>
          <pc:docMk/>
          <pc:sldMk cId="2585737736" sldId="268"/>
        </pc:sldMkLst>
        <pc:spChg chg="mod">
          <ac:chgData name="B S, Dilip" userId="ee687202-47ca-4852-89ee-ec51b728b6cf" providerId="ADAL" clId="{9D8D5F6C-2438-42D0-9E4F-0685623411FE}" dt="2026-05-18T08:42:56.335" v="467" actId="20577"/>
          <ac:spMkLst>
            <pc:docMk/>
            <pc:sldMk cId="2585737736" sldId="268"/>
            <ac:spMk id="2" creationId="{0E3141C4-8914-F374-EC24-884353442DA6}"/>
          </ac:spMkLst>
        </pc:spChg>
        <pc:spChg chg="mod">
          <ac:chgData name="B S, Dilip" userId="ee687202-47ca-4852-89ee-ec51b728b6cf" providerId="ADAL" clId="{9D8D5F6C-2438-42D0-9E4F-0685623411FE}" dt="2026-05-18T08:42:52.929" v="456" actId="14100"/>
          <ac:spMkLst>
            <pc:docMk/>
            <pc:sldMk cId="2585737736" sldId="268"/>
            <ac:spMk id="10" creationId="{0531348E-C113-55DB-687C-0F4AFB100274}"/>
          </ac:spMkLst>
        </pc:spChg>
        <pc:spChg chg="mod">
          <ac:chgData name="B S, Dilip" userId="ee687202-47ca-4852-89ee-ec51b728b6cf" providerId="ADAL" clId="{9D8D5F6C-2438-42D0-9E4F-0685623411FE}" dt="2026-05-18T08:43:38.716" v="482" actId="14100"/>
          <ac:spMkLst>
            <pc:docMk/>
            <pc:sldMk cId="2585737736" sldId="268"/>
            <ac:spMk id="11" creationId="{70899C77-1DB1-CE7A-8ED8-9FB56DE6CE45}"/>
          </ac:spMkLst>
        </pc:spChg>
        <pc:spChg chg="mod">
          <ac:chgData name="B S, Dilip" userId="ee687202-47ca-4852-89ee-ec51b728b6cf" providerId="ADAL" clId="{9D8D5F6C-2438-42D0-9E4F-0685623411FE}" dt="2026-05-18T08:44:06.818" v="487" actId="14100"/>
          <ac:spMkLst>
            <pc:docMk/>
            <pc:sldMk cId="2585737736" sldId="268"/>
            <ac:spMk id="12" creationId="{5B3A32F5-8EF6-CB0E-03C6-6CE8BA0CF0E0}"/>
          </ac:spMkLst>
        </pc:spChg>
        <pc:spChg chg="mod">
          <ac:chgData name="B S, Dilip" userId="ee687202-47ca-4852-89ee-ec51b728b6cf" providerId="ADAL" clId="{9D8D5F6C-2438-42D0-9E4F-0685623411FE}" dt="2026-05-18T08:45:01.768" v="506" actId="404"/>
          <ac:spMkLst>
            <pc:docMk/>
            <pc:sldMk cId="2585737736" sldId="268"/>
            <ac:spMk id="13" creationId="{5199CDDB-B004-7D69-E294-FBA6EA9994C6}"/>
          </ac:spMkLst>
        </pc:spChg>
        <pc:picChg chg="del">
          <ac:chgData name="B S, Dilip" userId="ee687202-47ca-4852-89ee-ec51b728b6cf" providerId="ADAL" clId="{9D8D5F6C-2438-42D0-9E4F-0685623411FE}" dt="2026-05-18T08:41:24.342" v="446" actId="478"/>
          <ac:picMkLst>
            <pc:docMk/>
            <pc:sldMk cId="2585737736" sldId="268"/>
            <ac:picMk id="6" creationId="{7B1C85F2-715A-0700-186B-713265D34643}"/>
          </ac:picMkLst>
        </pc:picChg>
        <pc:picChg chg="add mod">
          <ac:chgData name="B S, Dilip" userId="ee687202-47ca-4852-89ee-ec51b728b6cf" providerId="ADAL" clId="{9D8D5F6C-2438-42D0-9E4F-0685623411FE}" dt="2026-05-18T08:41:40.946" v="451" actId="14100"/>
          <ac:picMkLst>
            <pc:docMk/>
            <pc:sldMk cId="2585737736" sldId="268"/>
            <ac:picMk id="7" creationId="{DCB677DE-EAA8-620D-BF70-90DB11C24C53}"/>
          </ac:picMkLst>
        </pc:picChg>
      </pc:sldChg>
      <pc:sldChg chg="addSp delSp modSp new mod delAnim modAnim">
        <pc:chgData name="B S, Dilip" userId="ee687202-47ca-4852-89ee-ec51b728b6cf" providerId="ADAL" clId="{9D8D5F6C-2438-42D0-9E4F-0685623411FE}" dt="2026-05-18T08:48:04.235" v="543" actId="1076"/>
        <pc:sldMkLst>
          <pc:docMk/>
          <pc:sldMk cId="1699452592" sldId="269"/>
        </pc:sldMkLst>
        <pc:spChg chg="add del mod">
          <ac:chgData name="B S, Dilip" userId="ee687202-47ca-4852-89ee-ec51b728b6cf" providerId="ADAL" clId="{9D8D5F6C-2438-42D0-9E4F-0685623411FE}" dt="2026-05-18T08:46:46.096" v="523" actId="478"/>
          <ac:spMkLst>
            <pc:docMk/>
            <pc:sldMk cId="1699452592" sldId="269"/>
            <ac:spMk id="2" creationId="{D78B1D78-0DAF-8B5A-D59B-7A3F4687D73B}"/>
          </ac:spMkLst>
        </pc:spChg>
        <pc:spChg chg="mod">
          <ac:chgData name="B S, Dilip" userId="ee687202-47ca-4852-89ee-ec51b728b6cf" providerId="ADAL" clId="{9D8D5F6C-2438-42D0-9E4F-0685623411FE}" dt="2026-05-18T08:45:53.473" v="516"/>
          <ac:spMkLst>
            <pc:docMk/>
            <pc:sldMk cId="1699452592" sldId="269"/>
            <ac:spMk id="3" creationId="{F09D03B6-C720-07B9-29EA-2D93A696F391}"/>
          </ac:spMkLst>
        </pc:spChg>
        <pc:spChg chg="add mod">
          <ac:chgData name="B S, Dilip" userId="ee687202-47ca-4852-89ee-ec51b728b6cf" providerId="ADAL" clId="{9D8D5F6C-2438-42D0-9E4F-0685623411FE}" dt="2026-05-18T08:46:59.230" v="532"/>
          <ac:spMkLst>
            <pc:docMk/>
            <pc:sldMk cId="1699452592" sldId="269"/>
            <ac:spMk id="8" creationId="{D4924EEC-326D-E28C-5AD5-282F01D29E24}"/>
          </ac:spMkLst>
        </pc:spChg>
        <pc:spChg chg="add mod">
          <ac:chgData name="B S, Dilip" userId="ee687202-47ca-4852-89ee-ec51b728b6cf" providerId="ADAL" clId="{9D8D5F6C-2438-42D0-9E4F-0685623411FE}" dt="2026-05-18T08:47:26.828" v="537" actId="27636"/>
          <ac:spMkLst>
            <pc:docMk/>
            <pc:sldMk cId="1699452592" sldId="269"/>
            <ac:spMk id="9" creationId="{3FB6263A-EDB8-0DBF-7DD0-1A7592DBB159}"/>
          </ac:spMkLst>
        </pc:spChg>
        <pc:spChg chg="add del mod">
          <ac:chgData name="B S, Dilip" userId="ee687202-47ca-4852-89ee-ec51b728b6cf" providerId="ADAL" clId="{9D8D5F6C-2438-42D0-9E4F-0685623411FE}" dt="2026-05-18T08:47:48.563" v="540" actId="478"/>
          <ac:spMkLst>
            <pc:docMk/>
            <pc:sldMk cId="1699452592" sldId="269"/>
            <ac:spMk id="11" creationId="{7EB4660A-E9AB-D68A-B160-308EB92D6F22}"/>
          </ac:spMkLst>
        </pc:spChg>
        <pc:picChg chg="add mod">
          <ac:chgData name="B S, Dilip" userId="ee687202-47ca-4852-89ee-ec51b728b6cf" providerId="ADAL" clId="{9D8D5F6C-2438-42D0-9E4F-0685623411FE}" dt="2026-05-18T08:45:58.099" v="518"/>
          <ac:picMkLst>
            <pc:docMk/>
            <pc:sldMk cId="1699452592" sldId="269"/>
            <ac:picMk id="6" creationId="{A5D6D823-FAC2-E066-4B46-1975BBDC560C}"/>
          </ac:picMkLst>
        </pc:picChg>
        <pc:picChg chg="add del mod">
          <ac:chgData name="B S, Dilip" userId="ee687202-47ca-4852-89ee-ec51b728b6cf" providerId="ADAL" clId="{9D8D5F6C-2438-42D0-9E4F-0685623411FE}" dt="2026-05-18T08:46:48.090" v="524" actId="478"/>
          <ac:picMkLst>
            <pc:docMk/>
            <pc:sldMk cId="1699452592" sldId="269"/>
            <ac:picMk id="7" creationId="{040FEB34-8215-A360-82C2-7EDC7ABA1DC0}"/>
          </ac:picMkLst>
        </pc:picChg>
        <pc:picChg chg="add mod">
          <ac:chgData name="B S, Dilip" userId="ee687202-47ca-4852-89ee-ec51b728b6cf" providerId="ADAL" clId="{9D8D5F6C-2438-42D0-9E4F-0685623411FE}" dt="2026-05-18T08:47:10.603" v="533"/>
          <ac:picMkLst>
            <pc:docMk/>
            <pc:sldMk cId="1699452592" sldId="269"/>
            <ac:picMk id="10" creationId="{48E78CD7-C55E-4003-905B-6910651B1406}"/>
          </ac:picMkLst>
        </pc:picChg>
        <pc:picChg chg="add del mod">
          <ac:chgData name="B S, Dilip" userId="ee687202-47ca-4852-89ee-ec51b728b6cf" providerId="ADAL" clId="{9D8D5F6C-2438-42D0-9E4F-0685623411FE}" dt="2026-05-18T08:47:48.563" v="540" actId="478"/>
          <ac:picMkLst>
            <pc:docMk/>
            <pc:sldMk cId="1699452592" sldId="269"/>
            <ac:picMk id="12" creationId="{DFD6F6E3-E4DB-137D-2A6C-D2617DBC082C}"/>
          </ac:picMkLst>
        </pc:picChg>
        <pc:picChg chg="add mod">
          <ac:chgData name="B S, Dilip" userId="ee687202-47ca-4852-89ee-ec51b728b6cf" providerId="ADAL" clId="{9D8D5F6C-2438-42D0-9E4F-0685623411FE}" dt="2026-05-18T08:48:04.235" v="543" actId="1076"/>
          <ac:picMkLst>
            <pc:docMk/>
            <pc:sldMk cId="1699452592" sldId="269"/>
            <ac:picMk id="14" creationId="{BE17C010-F6C7-AF86-290F-14B2D74DE1FE}"/>
          </ac:picMkLst>
        </pc:picChg>
      </pc:sldChg>
      <pc:sldChg chg="modSp new mod">
        <pc:chgData name="B S, Dilip" userId="ee687202-47ca-4852-89ee-ec51b728b6cf" providerId="ADAL" clId="{9D8D5F6C-2438-42D0-9E4F-0685623411FE}" dt="2026-05-18T08:49:07.492" v="561" actId="5793"/>
        <pc:sldMkLst>
          <pc:docMk/>
          <pc:sldMk cId="3259181907" sldId="270"/>
        </pc:sldMkLst>
        <pc:spChg chg="mod">
          <ac:chgData name="B S, Dilip" userId="ee687202-47ca-4852-89ee-ec51b728b6cf" providerId="ADAL" clId="{9D8D5F6C-2438-42D0-9E4F-0685623411FE}" dt="2026-05-18T08:49:07.492" v="561" actId="5793"/>
          <ac:spMkLst>
            <pc:docMk/>
            <pc:sldMk cId="3259181907" sldId="270"/>
            <ac:spMk id="2" creationId="{5E97DBEC-AC96-F837-E503-A5B29D57AC5F}"/>
          </ac:spMkLst>
        </pc:spChg>
        <pc:spChg chg="mod">
          <ac:chgData name="B S, Dilip" userId="ee687202-47ca-4852-89ee-ec51b728b6cf" providerId="ADAL" clId="{9D8D5F6C-2438-42D0-9E4F-0685623411FE}" dt="2026-05-18T08:48:51.286" v="549" actId="255"/>
          <ac:spMkLst>
            <pc:docMk/>
            <pc:sldMk cId="3259181907" sldId="270"/>
            <ac:spMk id="3" creationId="{6FA0E71B-593C-EC16-9427-51A1FBA8134E}"/>
          </ac:spMkLst>
        </pc:spChg>
      </pc:sldChg>
      <pc:sldChg chg="addSp delSp modSp new mod">
        <pc:chgData name="B S, Dilip" userId="ee687202-47ca-4852-89ee-ec51b728b6cf" providerId="ADAL" clId="{9D8D5F6C-2438-42D0-9E4F-0685623411FE}" dt="2026-05-18T08:51:23.054" v="584" actId="1076"/>
        <pc:sldMkLst>
          <pc:docMk/>
          <pc:sldMk cId="2344548607" sldId="271"/>
        </pc:sldMkLst>
        <pc:spChg chg="del">
          <ac:chgData name="B S, Dilip" userId="ee687202-47ca-4852-89ee-ec51b728b6cf" providerId="ADAL" clId="{9D8D5F6C-2438-42D0-9E4F-0685623411FE}" dt="2026-05-18T08:49:39.861" v="565"/>
          <ac:spMkLst>
            <pc:docMk/>
            <pc:sldMk cId="2344548607" sldId="271"/>
            <ac:spMk id="2" creationId="{B60A436A-FE13-DCC1-619F-333EA9E566BA}"/>
          </ac:spMkLst>
        </pc:spChg>
        <pc:spChg chg="mod">
          <ac:chgData name="B S, Dilip" userId="ee687202-47ca-4852-89ee-ec51b728b6cf" providerId="ADAL" clId="{9D8D5F6C-2438-42D0-9E4F-0685623411FE}" dt="2026-05-18T08:49:32.691" v="564"/>
          <ac:spMkLst>
            <pc:docMk/>
            <pc:sldMk cId="2344548607" sldId="271"/>
            <ac:spMk id="3" creationId="{642C5E07-BD18-F2C3-F1C0-0CE8B8765E8C}"/>
          </ac:spMkLst>
        </pc:spChg>
        <pc:spChg chg="add mod">
          <ac:chgData name="B S, Dilip" userId="ee687202-47ca-4852-89ee-ec51b728b6cf" providerId="ADAL" clId="{9D8D5F6C-2438-42D0-9E4F-0685623411FE}" dt="2026-05-18T08:50:12.219" v="573" actId="1076"/>
          <ac:spMkLst>
            <pc:docMk/>
            <pc:sldMk cId="2344548607" sldId="271"/>
            <ac:spMk id="10" creationId="{29C64106-FE4B-3055-E1A2-9B70EF136DB7}"/>
          </ac:spMkLst>
        </pc:spChg>
        <pc:spChg chg="add mod">
          <ac:chgData name="B S, Dilip" userId="ee687202-47ca-4852-89ee-ec51b728b6cf" providerId="ADAL" clId="{9D8D5F6C-2438-42D0-9E4F-0685623411FE}" dt="2026-05-18T08:50:35.901" v="579" actId="1076"/>
          <ac:spMkLst>
            <pc:docMk/>
            <pc:sldMk cId="2344548607" sldId="271"/>
            <ac:spMk id="11" creationId="{CD48E6EE-A2C6-2551-0364-B1937DFEB40D}"/>
          </ac:spMkLst>
        </pc:spChg>
        <pc:picChg chg="add mod">
          <ac:chgData name="B S, Dilip" userId="ee687202-47ca-4852-89ee-ec51b728b6cf" providerId="ADAL" clId="{9D8D5F6C-2438-42D0-9E4F-0685623411FE}" dt="2026-05-18T08:49:42.674" v="566" actId="1076"/>
          <ac:picMkLst>
            <pc:docMk/>
            <pc:sldMk cId="2344548607" sldId="271"/>
            <ac:picMk id="6" creationId="{33E10C7A-4402-258E-79E9-9FF118642D43}"/>
          </ac:picMkLst>
        </pc:picChg>
        <pc:picChg chg="add mod">
          <ac:chgData name="B S, Dilip" userId="ee687202-47ca-4852-89ee-ec51b728b6cf" providerId="ADAL" clId="{9D8D5F6C-2438-42D0-9E4F-0685623411FE}" dt="2026-05-18T08:51:23.054" v="584" actId="1076"/>
          <ac:picMkLst>
            <pc:docMk/>
            <pc:sldMk cId="2344548607" sldId="271"/>
            <ac:picMk id="15" creationId="{C2C90B2C-84B4-C1EE-42DC-3D3038FFD8B3}"/>
          </ac:picMkLst>
        </pc:picChg>
        <pc:cxnChg chg="add mod">
          <ac:chgData name="B S, Dilip" userId="ee687202-47ca-4852-89ee-ec51b728b6cf" providerId="ADAL" clId="{9D8D5F6C-2438-42D0-9E4F-0685623411FE}" dt="2026-05-18T08:49:58.248" v="570" actId="14100"/>
          <ac:cxnSpMkLst>
            <pc:docMk/>
            <pc:sldMk cId="2344548607" sldId="271"/>
            <ac:cxnSpMk id="7" creationId="{7B87FEF2-A2E7-16C5-9E90-7C8729B63E74}"/>
          </ac:cxnSpMkLst>
        </pc:cxnChg>
        <pc:cxnChg chg="add mod">
          <ac:chgData name="B S, Dilip" userId="ee687202-47ca-4852-89ee-ec51b728b6cf" providerId="ADAL" clId="{9D8D5F6C-2438-42D0-9E4F-0685623411FE}" dt="2026-05-18T08:50:50.734" v="582" actId="14100"/>
          <ac:cxnSpMkLst>
            <pc:docMk/>
            <pc:sldMk cId="2344548607" sldId="271"/>
            <ac:cxnSpMk id="12" creationId="{D30F19FA-E7AC-F3D9-F4E4-B2C11839BF4B}"/>
          </ac:cxnSpMkLst>
        </pc:cxnChg>
      </pc:sldChg>
      <pc:sldChg chg="modSp new mod">
        <pc:chgData name="B S, Dilip" userId="ee687202-47ca-4852-89ee-ec51b728b6cf" providerId="ADAL" clId="{9D8D5F6C-2438-42D0-9E4F-0685623411FE}" dt="2026-05-18T08:53:02.074" v="629" actId="403"/>
        <pc:sldMkLst>
          <pc:docMk/>
          <pc:sldMk cId="3692154028" sldId="272"/>
        </pc:sldMkLst>
        <pc:spChg chg="mod">
          <ac:chgData name="B S, Dilip" userId="ee687202-47ca-4852-89ee-ec51b728b6cf" providerId="ADAL" clId="{9D8D5F6C-2438-42D0-9E4F-0685623411FE}" dt="2026-05-18T08:53:02.074" v="629" actId="403"/>
          <ac:spMkLst>
            <pc:docMk/>
            <pc:sldMk cId="3692154028" sldId="272"/>
            <ac:spMk id="2" creationId="{EA35B41B-E310-D04F-9E53-0CEF1B356EAD}"/>
          </ac:spMkLst>
        </pc:spChg>
        <pc:spChg chg="mod">
          <ac:chgData name="B S, Dilip" userId="ee687202-47ca-4852-89ee-ec51b728b6cf" providerId="ADAL" clId="{9D8D5F6C-2438-42D0-9E4F-0685623411FE}" dt="2026-05-18T08:52:04.706" v="587"/>
          <ac:spMkLst>
            <pc:docMk/>
            <pc:sldMk cId="3692154028" sldId="272"/>
            <ac:spMk id="3" creationId="{71E13FE3-3D57-54A5-D09A-A8D2195F8393}"/>
          </ac:spMkLst>
        </pc:spChg>
      </pc:sldChg>
      <pc:sldChg chg="modSp new mod">
        <pc:chgData name="B S, Dilip" userId="ee687202-47ca-4852-89ee-ec51b728b6cf" providerId="ADAL" clId="{9D8D5F6C-2438-42D0-9E4F-0685623411FE}" dt="2026-05-18T08:53:19.544" v="633"/>
        <pc:sldMkLst>
          <pc:docMk/>
          <pc:sldMk cId="4266280805" sldId="273"/>
        </pc:sldMkLst>
        <pc:spChg chg="mod">
          <ac:chgData name="B S, Dilip" userId="ee687202-47ca-4852-89ee-ec51b728b6cf" providerId="ADAL" clId="{9D8D5F6C-2438-42D0-9E4F-0685623411FE}" dt="2026-05-18T08:53:19.544" v="633"/>
          <ac:spMkLst>
            <pc:docMk/>
            <pc:sldMk cId="4266280805" sldId="273"/>
            <ac:spMk id="2" creationId="{FD8FE315-D3BB-5556-44C4-846164F03D4F}"/>
          </ac:spMkLst>
        </pc:spChg>
        <pc:spChg chg="mod">
          <ac:chgData name="B S, Dilip" userId="ee687202-47ca-4852-89ee-ec51b728b6cf" providerId="ADAL" clId="{9D8D5F6C-2438-42D0-9E4F-0685623411FE}" dt="2026-05-18T08:53:15.982" v="632"/>
          <ac:spMkLst>
            <pc:docMk/>
            <pc:sldMk cId="4266280805" sldId="273"/>
            <ac:spMk id="3" creationId="{C6216947-4B99-A0D4-BC02-255244C2DA79}"/>
          </ac:spMkLst>
        </pc:spChg>
      </pc:sldChg>
      <pc:sldChg chg="addSp delSp modSp new mod delAnim modAnim">
        <pc:chgData name="B S, Dilip" userId="ee687202-47ca-4852-89ee-ec51b728b6cf" providerId="ADAL" clId="{9D8D5F6C-2438-42D0-9E4F-0685623411FE}" dt="2026-05-18T08:53:58.010" v="642" actId="14100"/>
        <pc:sldMkLst>
          <pc:docMk/>
          <pc:sldMk cId="2469832631" sldId="274"/>
        </pc:sldMkLst>
        <pc:spChg chg="del">
          <ac:chgData name="B S, Dilip" userId="ee687202-47ca-4852-89ee-ec51b728b6cf" providerId="ADAL" clId="{9D8D5F6C-2438-42D0-9E4F-0685623411FE}" dt="2026-05-18T08:53:46.438" v="638"/>
          <ac:spMkLst>
            <pc:docMk/>
            <pc:sldMk cId="2469832631" sldId="274"/>
            <ac:spMk id="2" creationId="{DC8FF7DF-E6CB-342D-AC03-997B9EB9E50E}"/>
          </ac:spMkLst>
        </pc:spChg>
        <pc:spChg chg="mod">
          <ac:chgData name="B S, Dilip" userId="ee687202-47ca-4852-89ee-ec51b728b6cf" providerId="ADAL" clId="{9D8D5F6C-2438-42D0-9E4F-0685623411FE}" dt="2026-05-18T08:53:33.737" v="635"/>
          <ac:spMkLst>
            <pc:docMk/>
            <pc:sldMk cId="2469832631" sldId="274"/>
            <ac:spMk id="3" creationId="{039AD28A-2352-4DAA-6E2F-4AB757F2435C}"/>
          </ac:spMkLst>
        </pc:spChg>
        <pc:picChg chg="add del mod">
          <ac:chgData name="B S, Dilip" userId="ee687202-47ca-4852-89ee-ec51b728b6cf" providerId="ADAL" clId="{9D8D5F6C-2438-42D0-9E4F-0685623411FE}" dt="2026-05-18T08:53:43.192" v="637" actId="478"/>
          <ac:picMkLst>
            <pc:docMk/>
            <pc:sldMk cId="2469832631" sldId="274"/>
            <ac:picMk id="6" creationId="{0B69070E-4A15-1AFF-B687-85412766DC52}"/>
          </ac:picMkLst>
        </pc:picChg>
        <pc:picChg chg="add mod">
          <ac:chgData name="B S, Dilip" userId="ee687202-47ca-4852-89ee-ec51b728b6cf" providerId="ADAL" clId="{9D8D5F6C-2438-42D0-9E4F-0685623411FE}" dt="2026-05-18T08:53:58.010" v="642" actId="14100"/>
          <ac:picMkLst>
            <pc:docMk/>
            <pc:sldMk cId="2469832631" sldId="274"/>
            <ac:picMk id="7" creationId="{2DBBAD03-D4EC-8531-2693-D590CA536193}"/>
          </ac:picMkLst>
        </pc:picChg>
      </pc:sldChg>
      <pc:sldChg chg="addSp modSp new mod modAnim">
        <pc:chgData name="B S, Dilip" userId="ee687202-47ca-4852-89ee-ec51b728b6cf" providerId="ADAL" clId="{9D8D5F6C-2438-42D0-9E4F-0685623411FE}" dt="2026-05-18T08:56:44.559" v="743" actId="1076"/>
        <pc:sldMkLst>
          <pc:docMk/>
          <pc:sldMk cId="4035789913" sldId="275"/>
        </pc:sldMkLst>
        <pc:spChg chg="mod">
          <ac:chgData name="B S, Dilip" userId="ee687202-47ca-4852-89ee-ec51b728b6cf" providerId="ADAL" clId="{9D8D5F6C-2438-42D0-9E4F-0685623411FE}" dt="2026-05-18T08:56:38.951" v="741" actId="27636"/>
          <ac:spMkLst>
            <pc:docMk/>
            <pc:sldMk cId="4035789913" sldId="275"/>
            <ac:spMk id="2" creationId="{75600D7D-A91B-F035-E1A4-89AE2D25A9ED}"/>
          </ac:spMkLst>
        </pc:spChg>
        <pc:spChg chg="mod">
          <ac:chgData name="B S, Dilip" userId="ee687202-47ca-4852-89ee-ec51b728b6cf" providerId="ADAL" clId="{9D8D5F6C-2438-42D0-9E4F-0685623411FE}" dt="2026-05-18T08:54:08.660" v="644"/>
          <ac:spMkLst>
            <pc:docMk/>
            <pc:sldMk cId="4035789913" sldId="275"/>
            <ac:spMk id="3" creationId="{DD3C9093-6AFF-DF60-2756-8BA2650209AD}"/>
          </ac:spMkLst>
        </pc:spChg>
        <pc:picChg chg="add mod">
          <ac:chgData name="B S, Dilip" userId="ee687202-47ca-4852-89ee-ec51b728b6cf" providerId="ADAL" clId="{9D8D5F6C-2438-42D0-9E4F-0685623411FE}" dt="2026-05-18T08:56:41.258" v="742" actId="1076"/>
          <ac:picMkLst>
            <pc:docMk/>
            <pc:sldMk cId="4035789913" sldId="275"/>
            <ac:picMk id="6" creationId="{424A10E5-990F-E7A7-F051-A64CB1D6A1FE}"/>
          </ac:picMkLst>
        </pc:picChg>
        <pc:picChg chg="add mod">
          <ac:chgData name="B S, Dilip" userId="ee687202-47ca-4852-89ee-ec51b728b6cf" providerId="ADAL" clId="{9D8D5F6C-2438-42D0-9E4F-0685623411FE}" dt="2026-05-18T08:56:44.559" v="743" actId="1076"/>
          <ac:picMkLst>
            <pc:docMk/>
            <pc:sldMk cId="4035789913" sldId="275"/>
            <ac:picMk id="7" creationId="{D2077C5A-7BA5-F151-4C54-7031A5FF6FDA}"/>
          </ac:picMkLst>
        </pc:picChg>
      </pc:sldChg>
      <pc:sldChg chg="addSp delSp modSp new mod modAnim">
        <pc:chgData name="B S, Dilip" userId="ee687202-47ca-4852-89ee-ec51b728b6cf" providerId="ADAL" clId="{9D8D5F6C-2438-42D0-9E4F-0685623411FE}" dt="2026-05-18T08:57:03.130" v="747"/>
        <pc:sldMkLst>
          <pc:docMk/>
          <pc:sldMk cId="2508673850" sldId="276"/>
        </pc:sldMkLst>
        <pc:spChg chg="del">
          <ac:chgData name="B S, Dilip" userId="ee687202-47ca-4852-89ee-ec51b728b6cf" providerId="ADAL" clId="{9D8D5F6C-2438-42D0-9E4F-0685623411FE}" dt="2026-05-18T08:56:58.288" v="746" actId="478"/>
          <ac:spMkLst>
            <pc:docMk/>
            <pc:sldMk cId="2508673850" sldId="276"/>
            <ac:spMk id="2" creationId="{14319A1D-73EB-32D6-523E-649C3F765AEA}"/>
          </ac:spMkLst>
        </pc:spChg>
        <pc:spChg chg="mod">
          <ac:chgData name="B S, Dilip" userId="ee687202-47ca-4852-89ee-ec51b728b6cf" providerId="ADAL" clId="{9D8D5F6C-2438-42D0-9E4F-0685623411FE}" dt="2026-05-18T08:56:55.144" v="745"/>
          <ac:spMkLst>
            <pc:docMk/>
            <pc:sldMk cId="2508673850" sldId="276"/>
            <ac:spMk id="3" creationId="{19290A32-12CD-82DC-A6F1-61DF41DAC67C}"/>
          </ac:spMkLst>
        </pc:spChg>
        <pc:picChg chg="add mod">
          <ac:chgData name="B S, Dilip" userId="ee687202-47ca-4852-89ee-ec51b728b6cf" providerId="ADAL" clId="{9D8D5F6C-2438-42D0-9E4F-0685623411FE}" dt="2026-05-18T08:57:03.130" v="747"/>
          <ac:picMkLst>
            <pc:docMk/>
            <pc:sldMk cId="2508673850" sldId="276"/>
            <ac:picMk id="6" creationId="{D4CC9323-E84D-3D50-EF68-82DFEDD97573}"/>
          </ac:picMkLst>
        </pc:picChg>
        <pc:picChg chg="add mod">
          <ac:chgData name="B S, Dilip" userId="ee687202-47ca-4852-89ee-ec51b728b6cf" providerId="ADAL" clId="{9D8D5F6C-2438-42D0-9E4F-0685623411FE}" dt="2026-05-18T08:57:03.130" v="747"/>
          <ac:picMkLst>
            <pc:docMk/>
            <pc:sldMk cId="2508673850" sldId="276"/>
            <ac:picMk id="7" creationId="{BE3C8CEA-3C0F-C1F0-B1C3-79446990E13D}"/>
          </ac:picMkLst>
        </pc:picChg>
      </pc:sldChg>
      <pc:sldChg chg="addSp modSp new mod modAnim">
        <pc:chgData name="B S, Dilip" userId="ee687202-47ca-4852-89ee-ec51b728b6cf" providerId="ADAL" clId="{9D8D5F6C-2438-42D0-9E4F-0685623411FE}" dt="2026-05-18T08:58:03.031" v="767" actId="14100"/>
        <pc:sldMkLst>
          <pc:docMk/>
          <pc:sldMk cId="674860060" sldId="277"/>
        </pc:sldMkLst>
        <pc:spChg chg="mod">
          <ac:chgData name="B S, Dilip" userId="ee687202-47ca-4852-89ee-ec51b728b6cf" providerId="ADAL" clId="{9D8D5F6C-2438-42D0-9E4F-0685623411FE}" dt="2026-05-18T08:57:44.548" v="762" actId="14100"/>
          <ac:spMkLst>
            <pc:docMk/>
            <pc:sldMk cId="674860060" sldId="277"/>
            <ac:spMk id="2" creationId="{81121520-BBD3-FBC8-BD35-9B79410EAE16}"/>
          </ac:spMkLst>
        </pc:spChg>
        <pc:spChg chg="mod">
          <ac:chgData name="B S, Dilip" userId="ee687202-47ca-4852-89ee-ec51b728b6cf" providerId="ADAL" clId="{9D8D5F6C-2438-42D0-9E4F-0685623411FE}" dt="2026-05-18T08:57:18.016" v="750"/>
          <ac:spMkLst>
            <pc:docMk/>
            <pc:sldMk cId="674860060" sldId="277"/>
            <ac:spMk id="3" creationId="{A11D96DF-9BDE-720C-2EBB-86FDE9C1D571}"/>
          </ac:spMkLst>
        </pc:spChg>
        <pc:picChg chg="add mod">
          <ac:chgData name="B S, Dilip" userId="ee687202-47ca-4852-89ee-ec51b728b6cf" providerId="ADAL" clId="{9D8D5F6C-2438-42D0-9E4F-0685623411FE}" dt="2026-05-18T08:58:03.031" v="767" actId="14100"/>
          <ac:picMkLst>
            <pc:docMk/>
            <pc:sldMk cId="674860060" sldId="277"/>
            <ac:picMk id="6" creationId="{EAC010E3-26C9-B9FA-87BA-90EA99A6E45E}"/>
          </ac:picMkLst>
        </pc:picChg>
      </pc:sldChg>
      <pc:sldChg chg="addSp delSp modSp add mod delAnim modAnim">
        <pc:chgData name="B S, Dilip" userId="ee687202-47ca-4852-89ee-ec51b728b6cf" providerId="ADAL" clId="{9D8D5F6C-2438-42D0-9E4F-0685623411FE}" dt="2026-05-18T08:58:46.301" v="785"/>
        <pc:sldMkLst>
          <pc:docMk/>
          <pc:sldMk cId="2359599171" sldId="278"/>
        </pc:sldMkLst>
        <pc:spChg chg="mod">
          <ac:chgData name="B S, Dilip" userId="ee687202-47ca-4852-89ee-ec51b728b6cf" providerId="ADAL" clId="{9D8D5F6C-2438-42D0-9E4F-0685623411FE}" dt="2026-05-18T08:58:34.917" v="783" actId="14100"/>
          <ac:spMkLst>
            <pc:docMk/>
            <pc:sldMk cId="2359599171" sldId="278"/>
            <ac:spMk id="2" creationId="{DAE440F1-1E65-EFFE-AFB2-DE45AFA2DCF9}"/>
          </ac:spMkLst>
        </pc:spChg>
        <pc:picChg chg="del">
          <ac:chgData name="B S, Dilip" userId="ee687202-47ca-4852-89ee-ec51b728b6cf" providerId="ADAL" clId="{9D8D5F6C-2438-42D0-9E4F-0685623411FE}" dt="2026-05-18T08:58:36.682" v="784" actId="478"/>
          <ac:picMkLst>
            <pc:docMk/>
            <pc:sldMk cId="2359599171" sldId="278"/>
            <ac:picMk id="6" creationId="{A6E93EE6-54C2-293F-188A-A056076DEF0E}"/>
          </ac:picMkLst>
        </pc:picChg>
        <pc:picChg chg="add mod">
          <ac:chgData name="B S, Dilip" userId="ee687202-47ca-4852-89ee-ec51b728b6cf" providerId="ADAL" clId="{9D8D5F6C-2438-42D0-9E4F-0685623411FE}" dt="2026-05-18T08:58:46.301" v="785"/>
          <ac:picMkLst>
            <pc:docMk/>
            <pc:sldMk cId="2359599171" sldId="278"/>
            <ac:picMk id="7" creationId="{5BDA1D40-EBA2-D959-4BE5-94685B70E1B5}"/>
          </ac:picMkLst>
        </pc:picChg>
      </pc:sldChg>
      <pc:sldChg chg="addSp delSp modSp new mod modAnim">
        <pc:chgData name="B S, Dilip" userId="ee687202-47ca-4852-89ee-ec51b728b6cf" providerId="ADAL" clId="{9D8D5F6C-2438-42D0-9E4F-0685623411FE}" dt="2026-05-18T09:02:58.242" v="840" actId="20577"/>
        <pc:sldMkLst>
          <pc:docMk/>
          <pc:sldMk cId="1427216546" sldId="279"/>
        </pc:sldMkLst>
        <pc:spChg chg="del">
          <ac:chgData name="B S, Dilip" userId="ee687202-47ca-4852-89ee-ec51b728b6cf" providerId="ADAL" clId="{9D8D5F6C-2438-42D0-9E4F-0685623411FE}" dt="2026-05-18T08:59:18.223" v="788" actId="478"/>
          <ac:spMkLst>
            <pc:docMk/>
            <pc:sldMk cId="1427216546" sldId="279"/>
            <ac:spMk id="2" creationId="{1996A82C-53D9-32A2-FAF9-1C5A7F5E80EE}"/>
          </ac:spMkLst>
        </pc:spChg>
        <pc:spChg chg="del">
          <ac:chgData name="B S, Dilip" userId="ee687202-47ca-4852-89ee-ec51b728b6cf" providerId="ADAL" clId="{9D8D5F6C-2438-42D0-9E4F-0685623411FE}" dt="2026-05-18T08:59:16.316" v="787" actId="478"/>
          <ac:spMkLst>
            <pc:docMk/>
            <pc:sldMk cId="1427216546" sldId="279"/>
            <ac:spMk id="3" creationId="{1256DC79-0A1C-B2A7-15F4-BCE83172616A}"/>
          </ac:spMkLst>
        </pc:spChg>
        <pc:spChg chg="add mod">
          <ac:chgData name="B S, Dilip" userId="ee687202-47ca-4852-89ee-ec51b728b6cf" providerId="ADAL" clId="{9D8D5F6C-2438-42D0-9E4F-0685623411FE}" dt="2026-05-18T08:59:22.345" v="790"/>
          <ac:spMkLst>
            <pc:docMk/>
            <pc:sldMk cId="1427216546" sldId="279"/>
            <ac:spMk id="7" creationId="{9BA26296-8FB5-71CF-0BB4-F7BF037259AA}"/>
          </ac:spMkLst>
        </pc:spChg>
        <pc:spChg chg="add mod">
          <ac:chgData name="B S, Dilip" userId="ee687202-47ca-4852-89ee-ec51b728b6cf" providerId="ADAL" clId="{9D8D5F6C-2438-42D0-9E4F-0685623411FE}" dt="2026-05-18T08:59:22.345" v="790"/>
          <ac:spMkLst>
            <pc:docMk/>
            <pc:sldMk cId="1427216546" sldId="279"/>
            <ac:spMk id="8" creationId="{6EE25B93-5A22-4E02-CD0B-92E14CA471F2}"/>
          </ac:spMkLst>
        </pc:spChg>
        <pc:spChg chg="add mod">
          <ac:chgData name="B S, Dilip" userId="ee687202-47ca-4852-89ee-ec51b728b6cf" providerId="ADAL" clId="{9D8D5F6C-2438-42D0-9E4F-0685623411FE}" dt="2026-05-18T08:59:25.421" v="792"/>
          <ac:spMkLst>
            <pc:docMk/>
            <pc:sldMk cId="1427216546" sldId="279"/>
            <ac:spMk id="10" creationId="{294A5446-C238-7193-66D8-D5EEE5E9B9C5}"/>
          </ac:spMkLst>
        </pc:spChg>
        <pc:spChg chg="add mod">
          <ac:chgData name="B S, Dilip" userId="ee687202-47ca-4852-89ee-ec51b728b6cf" providerId="ADAL" clId="{9D8D5F6C-2438-42D0-9E4F-0685623411FE}" dt="2026-05-18T08:59:25.421" v="792"/>
          <ac:spMkLst>
            <pc:docMk/>
            <pc:sldMk cId="1427216546" sldId="279"/>
            <ac:spMk id="11" creationId="{0A00801E-48A0-DFEB-73D4-459CD273B7CC}"/>
          </ac:spMkLst>
        </pc:spChg>
        <pc:spChg chg="add del mod">
          <ac:chgData name="B S, Dilip" userId="ee687202-47ca-4852-89ee-ec51b728b6cf" providerId="ADAL" clId="{9D8D5F6C-2438-42D0-9E4F-0685623411FE}" dt="2026-05-18T08:59:41.092" v="794" actId="478"/>
          <ac:spMkLst>
            <pc:docMk/>
            <pc:sldMk cId="1427216546" sldId="279"/>
            <ac:spMk id="12" creationId="{E9AF44BC-9130-0A03-98EE-87AA10091D3E}"/>
          </ac:spMkLst>
        </pc:spChg>
        <pc:spChg chg="add del mod">
          <ac:chgData name="B S, Dilip" userId="ee687202-47ca-4852-89ee-ec51b728b6cf" providerId="ADAL" clId="{9D8D5F6C-2438-42D0-9E4F-0685623411FE}" dt="2026-05-18T09:02:32.153" v="837" actId="478"/>
          <ac:spMkLst>
            <pc:docMk/>
            <pc:sldMk cId="1427216546" sldId="279"/>
            <ac:spMk id="13" creationId="{B7884F96-4ADD-5F21-2323-730F29AAF8F2}"/>
          </ac:spMkLst>
        </pc:spChg>
        <pc:spChg chg="add mod">
          <ac:chgData name="B S, Dilip" userId="ee687202-47ca-4852-89ee-ec51b728b6cf" providerId="ADAL" clId="{9D8D5F6C-2438-42D0-9E4F-0685623411FE}" dt="2026-05-18T09:02:26.021" v="836" actId="208"/>
          <ac:spMkLst>
            <pc:docMk/>
            <pc:sldMk cId="1427216546" sldId="279"/>
            <ac:spMk id="22" creationId="{49D92A52-D2C9-1564-B4F5-AB58413E862F}"/>
          </ac:spMkLst>
        </pc:spChg>
        <pc:grpChg chg="add mod">
          <ac:chgData name="B S, Dilip" userId="ee687202-47ca-4852-89ee-ec51b728b6cf" providerId="ADAL" clId="{9D8D5F6C-2438-42D0-9E4F-0685623411FE}" dt="2026-05-18T08:59:22.345" v="790"/>
          <ac:grpSpMkLst>
            <pc:docMk/>
            <pc:sldMk cId="1427216546" sldId="279"/>
            <ac:grpSpMk id="6" creationId="{266790AF-0103-0C4B-BC2C-53967F749991}"/>
          </ac:grpSpMkLst>
        </pc:grpChg>
        <pc:grpChg chg="add mod">
          <ac:chgData name="B S, Dilip" userId="ee687202-47ca-4852-89ee-ec51b728b6cf" providerId="ADAL" clId="{9D8D5F6C-2438-42D0-9E4F-0685623411FE}" dt="2026-05-18T08:59:25.421" v="792"/>
          <ac:grpSpMkLst>
            <pc:docMk/>
            <pc:sldMk cId="1427216546" sldId="279"/>
            <ac:grpSpMk id="9" creationId="{9FD2A880-13AE-A907-9D9E-EA4DB73A9B68}"/>
          </ac:grpSpMkLst>
        </pc:grpChg>
        <pc:graphicFrameChg chg="mod modGraphic">
          <ac:chgData name="B S, Dilip" userId="ee687202-47ca-4852-89ee-ec51b728b6cf" providerId="ADAL" clId="{9D8D5F6C-2438-42D0-9E4F-0685623411FE}" dt="2026-05-18T09:02:58.242" v="840" actId="20577"/>
          <ac:graphicFrameMkLst>
            <pc:docMk/>
            <pc:sldMk cId="1427216546" sldId="279"/>
            <ac:graphicFrameMk id="14" creationId="{13D34B4C-EDBE-4431-7742-722654C2B16F}"/>
          </ac:graphicFrameMkLst>
        </pc:graphicFrameChg>
        <pc:picChg chg="add mod">
          <ac:chgData name="B S, Dilip" userId="ee687202-47ca-4852-89ee-ec51b728b6cf" providerId="ADAL" clId="{9D8D5F6C-2438-42D0-9E4F-0685623411FE}" dt="2026-05-18T08:59:34.012" v="793"/>
          <ac:picMkLst>
            <pc:docMk/>
            <pc:sldMk cId="1427216546" sldId="279"/>
            <ac:picMk id="15" creationId="{088E0048-16E7-96E7-7329-D7BE8AC0BB5E}"/>
          </ac:picMkLst>
        </pc:picChg>
        <pc:picChg chg="add mod">
          <ac:chgData name="B S, Dilip" userId="ee687202-47ca-4852-89ee-ec51b728b6cf" providerId="ADAL" clId="{9D8D5F6C-2438-42D0-9E4F-0685623411FE}" dt="2026-05-18T09:00:38.653" v="809" actId="1076"/>
          <ac:picMkLst>
            <pc:docMk/>
            <pc:sldMk cId="1427216546" sldId="279"/>
            <ac:picMk id="16" creationId="{4D3C5015-AF63-7076-B2DF-D6961C73E0E8}"/>
          </ac:picMkLst>
        </pc:picChg>
        <pc:picChg chg="add mod">
          <ac:chgData name="B S, Dilip" userId="ee687202-47ca-4852-89ee-ec51b728b6cf" providerId="ADAL" clId="{9D8D5F6C-2438-42D0-9E4F-0685623411FE}" dt="2026-05-18T09:00:41.170" v="810" actId="1076"/>
          <ac:picMkLst>
            <pc:docMk/>
            <pc:sldMk cId="1427216546" sldId="279"/>
            <ac:picMk id="17" creationId="{67956998-3B53-7034-A0D1-049FFBF9BE48}"/>
          </ac:picMkLst>
        </pc:picChg>
        <pc:picChg chg="add mod">
          <ac:chgData name="B S, Dilip" userId="ee687202-47ca-4852-89ee-ec51b728b6cf" providerId="ADAL" clId="{9D8D5F6C-2438-42D0-9E4F-0685623411FE}" dt="2026-05-18T09:00:58.856" v="813" actId="14100"/>
          <ac:picMkLst>
            <pc:docMk/>
            <pc:sldMk cId="1427216546" sldId="279"/>
            <ac:picMk id="18" creationId="{2CFBB1AD-FA7D-A3B7-75E0-D03DD09AFED5}"/>
          </ac:picMkLst>
        </pc:picChg>
        <pc:picChg chg="add mod">
          <ac:chgData name="B S, Dilip" userId="ee687202-47ca-4852-89ee-ec51b728b6cf" providerId="ADAL" clId="{9D8D5F6C-2438-42D0-9E4F-0685623411FE}" dt="2026-05-18T09:01:21.954" v="821" actId="14100"/>
          <ac:picMkLst>
            <pc:docMk/>
            <pc:sldMk cId="1427216546" sldId="279"/>
            <ac:picMk id="19" creationId="{D1EC97B3-298B-1C4E-C33F-2F4085E238D2}"/>
          </ac:picMkLst>
        </pc:picChg>
        <pc:picChg chg="add mod">
          <ac:chgData name="B S, Dilip" userId="ee687202-47ca-4852-89ee-ec51b728b6cf" providerId="ADAL" clId="{9D8D5F6C-2438-42D0-9E4F-0685623411FE}" dt="2026-05-18T09:01:38.862" v="826" actId="14100"/>
          <ac:picMkLst>
            <pc:docMk/>
            <pc:sldMk cId="1427216546" sldId="279"/>
            <ac:picMk id="20" creationId="{B7402494-6E20-0E9C-7583-481CFC57B2D6}"/>
          </ac:picMkLst>
        </pc:picChg>
        <pc:picChg chg="add mod">
          <ac:chgData name="B S, Dilip" userId="ee687202-47ca-4852-89ee-ec51b728b6cf" providerId="ADAL" clId="{9D8D5F6C-2438-42D0-9E4F-0685623411FE}" dt="2026-05-18T09:01:50.900" v="830" actId="14100"/>
          <ac:picMkLst>
            <pc:docMk/>
            <pc:sldMk cId="1427216546" sldId="279"/>
            <ac:picMk id="21" creationId="{DE6B5FBC-8EEA-BA56-8182-10E760080173}"/>
          </ac:picMkLst>
        </pc:picChg>
      </pc:sldChg>
      <pc:sldChg chg="new del">
        <pc:chgData name="B S, Dilip" userId="ee687202-47ca-4852-89ee-ec51b728b6cf" providerId="ADAL" clId="{9D8D5F6C-2438-42D0-9E4F-0685623411FE}" dt="2026-05-18T09:03:55.296" v="852" actId="47"/>
        <pc:sldMkLst>
          <pc:docMk/>
          <pc:sldMk cId="2969914023" sldId="280"/>
        </pc:sldMkLst>
      </pc:sldChg>
      <pc:sldChg chg="modSp add mod">
        <pc:chgData name="B S, Dilip" userId="ee687202-47ca-4852-89ee-ec51b728b6cf" providerId="ADAL" clId="{9D8D5F6C-2438-42D0-9E4F-0685623411FE}" dt="2026-05-18T09:09:25.880" v="875" actId="1076"/>
        <pc:sldMkLst>
          <pc:docMk/>
          <pc:sldMk cId="3611814510" sldId="306"/>
        </pc:sldMkLst>
        <pc:spChg chg="mod">
          <ac:chgData name="B S, Dilip" userId="ee687202-47ca-4852-89ee-ec51b728b6cf" providerId="ADAL" clId="{9D8D5F6C-2438-42D0-9E4F-0685623411FE}" dt="2026-05-18T09:03:18" v="842"/>
          <ac:spMkLst>
            <pc:docMk/>
            <pc:sldMk cId="3611814510" sldId="306"/>
            <ac:spMk id="2" creationId="{F1C470DA-363C-9DE8-7153-5C70AA6E12A1}"/>
          </ac:spMkLst>
        </pc:spChg>
        <pc:spChg chg="mod">
          <ac:chgData name="B S, Dilip" userId="ee687202-47ca-4852-89ee-ec51b728b6cf" providerId="ADAL" clId="{9D8D5F6C-2438-42D0-9E4F-0685623411FE}" dt="2026-05-18T09:03:18" v="842"/>
          <ac:spMkLst>
            <pc:docMk/>
            <pc:sldMk cId="3611814510" sldId="306"/>
            <ac:spMk id="3" creationId="{CDC6EFA9-178F-B7E9-D0B3-D136298C9E7F}"/>
          </ac:spMkLst>
        </pc:spChg>
        <pc:spChg chg="mod">
          <ac:chgData name="B S, Dilip" userId="ee687202-47ca-4852-89ee-ec51b728b6cf" providerId="ADAL" clId="{9D8D5F6C-2438-42D0-9E4F-0685623411FE}" dt="2026-05-18T09:09:25.880" v="875" actId="1076"/>
          <ac:spMkLst>
            <pc:docMk/>
            <pc:sldMk cId="3611814510" sldId="306"/>
            <ac:spMk id="5" creationId="{64F0CB12-A385-BC93-6060-F1A10E6084F9}"/>
          </ac:spMkLst>
        </pc:spChg>
        <pc:spChg chg="mod">
          <ac:chgData name="B S, Dilip" userId="ee687202-47ca-4852-89ee-ec51b728b6cf" providerId="ADAL" clId="{9D8D5F6C-2438-42D0-9E4F-0685623411FE}" dt="2026-05-18T09:03:43.725" v="851" actId="207"/>
          <ac:spMkLst>
            <pc:docMk/>
            <pc:sldMk cId="3611814510" sldId="306"/>
            <ac:spMk id="9" creationId="{5A1D179F-6643-3DE2-769D-3CF337368BD4}"/>
          </ac:spMkLst>
        </pc:spChg>
      </pc:sldChg>
      <pc:sldChg chg="modSp add mod">
        <pc:chgData name="B S, Dilip" userId="ee687202-47ca-4852-89ee-ec51b728b6cf" providerId="ADAL" clId="{9D8D5F6C-2438-42D0-9E4F-0685623411FE}" dt="2026-05-18T09:08:56.551" v="872" actId="404"/>
        <pc:sldMkLst>
          <pc:docMk/>
          <pc:sldMk cId="1500200185" sldId="314"/>
        </pc:sldMkLst>
        <pc:spChg chg="mod">
          <ac:chgData name="B S, Dilip" userId="ee687202-47ca-4852-89ee-ec51b728b6cf" providerId="ADAL" clId="{9D8D5F6C-2438-42D0-9E4F-0685623411FE}" dt="2026-05-18T09:08:45.666" v="869"/>
          <ac:spMkLst>
            <pc:docMk/>
            <pc:sldMk cId="1500200185" sldId="314"/>
            <ac:spMk id="2" creationId="{9FDD80EE-B5B3-9E51-3FC6-578378F4ADC5}"/>
          </ac:spMkLst>
        </pc:spChg>
        <pc:spChg chg="mod">
          <ac:chgData name="B S, Dilip" userId="ee687202-47ca-4852-89ee-ec51b728b6cf" providerId="ADAL" clId="{9D8D5F6C-2438-42D0-9E4F-0685623411FE}" dt="2026-05-18T09:08:45.666" v="869"/>
          <ac:spMkLst>
            <pc:docMk/>
            <pc:sldMk cId="1500200185" sldId="314"/>
            <ac:spMk id="3" creationId="{62E8AD04-935C-CB0E-3E7F-055BBB9A74F5}"/>
          </ac:spMkLst>
        </pc:spChg>
        <pc:spChg chg="mod">
          <ac:chgData name="B S, Dilip" userId="ee687202-47ca-4852-89ee-ec51b728b6cf" providerId="ADAL" clId="{9D8D5F6C-2438-42D0-9E4F-0685623411FE}" dt="2026-05-18T09:08:56.551" v="872" actId="404"/>
          <ac:spMkLst>
            <pc:docMk/>
            <pc:sldMk cId="1500200185" sldId="314"/>
            <ac:spMk id="4" creationId="{03DCA336-9D97-16B7-4CDC-70C3B0445849}"/>
          </ac:spMkLst>
        </pc:spChg>
        <pc:spChg chg="mod">
          <ac:chgData name="B S, Dilip" userId="ee687202-47ca-4852-89ee-ec51b728b6cf" providerId="ADAL" clId="{9D8D5F6C-2438-42D0-9E4F-0685623411FE}" dt="2026-05-18T09:08:50.744" v="871" actId="115"/>
          <ac:spMkLst>
            <pc:docMk/>
            <pc:sldMk cId="1500200185" sldId="314"/>
            <ac:spMk id="5" creationId="{EBBC5667-3084-10C3-59D0-824C6DBE5955}"/>
          </ac:spMkLst>
        </pc:spChg>
        <pc:spChg chg="mod">
          <ac:chgData name="B S, Dilip" userId="ee687202-47ca-4852-89ee-ec51b728b6cf" providerId="ADAL" clId="{9D8D5F6C-2438-42D0-9E4F-0685623411FE}" dt="2026-05-18T09:08:56.551" v="872" actId="404"/>
          <ac:spMkLst>
            <pc:docMk/>
            <pc:sldMk cId="1500200185" sldId="314"/>
            <ac:spMk id="11" creationId="{9702C289-9B21-8AFA-E207-9288A364D7D0}"/>
          </ac:spMkLst>
        </pc:spChg>
        <pc:spChg chg="mod">
          <ac:chgData name="B S, Dilip" userId="ee687202-47ca-4852-89ee-ec51b728b6cf" providerId="ADAL" clId="{9D8D5F6C-2438-42D0-9E4F-0685623411FE}" dt="2026-05-18T09:08:56.551" v="872" actId="404"/>
          <ac:spMkLst>
            <pc:docMk/>
            <pc:sldMk cId="1500200185" sldId="314"/>
            <ac:spMk id="12" creationId="{2BBFBBF3-C435-0FD1-E73E-75784B7CC572}"/>
          </ac:spMkLst>
        </pc:spChg>
        <pc:spChg chg="mod">
          <ac:chgData name="B S, Dilip" userId="ee687202-47ca-4852-89ee-ec51b728b6cf" providerId="ADAL" clId="{9D8D5F6C-2438-42D0-9E4F-0685623411FE}" dt="2026-05-18T09:08:56.551" v="872" actId="404"/>
          <ac:spMkLst>
            <pc:docMk/>
            <pc:sldMk cId="1500200185" sldId="314"/>
            <ac:spMk id="14" creationId="{F64C5B87-9EAE-FB63-D53A-2F5BA81267D5}"/>
          </ac:spMkLst>
        </pc:spChg>
      </pc:sldChg>
      <pc:sldChg chg="modSp add mod">
        <pc:chgData name="B S, Dilip" userId="ee687202-47ca-4852-89ee-ec51b728b6cf" providerId="ADAL" clId="{9D8D5F6C-2438-42D0-9E4F-0685623411FE}" dt="2026-05-18T09:09:14.185" v="874" actId="115"/>
        <pc:sldMkLst>
          <pc:docMk/>
          <pc:sldMk cId="3212323506" sldId="315"/>
        </pc:sldMkLst>
        <pc:spChg chg="mod">
          <ac:chgData name="B S, Dilip" userId="ee687202-47ca-4852-89ee-ec51b728b6cf" providerId="ADAL" clId="{9D8D5F6C-2438-42D0-9E4F-0685623411FE}" dt="2026-05-18T09:09:10.225" v="873"/>
          <ac:spMkLst>
            <pc:docMk/>
            <pc:sldMk cId="3212323506" sldId="315"/>
            <ac:spMk id="2" creationId="{C17C56A6-5277-D713-5422-9DDED2199686}"/>
          </ac:spMkLst>
        </pc:spChg>
        <pc:spChg chg="mod">
          <ac:chgData name="B S, Dilip" userId="ee687202-47ca-4852-89ee-ec51b728b6cf" providerId="ADAL" clId="{9D8D5F6C-2438-42D0-9E4F-0685623411FE}" dt="2026-05-18T09:09:10.225" v="873"/>
          <ac:spMkLst>
            <pc:docMk/>
            <pc:sldMk cId="3212323506" sldId="315"/>
            <ac:spMk id="3" creationId="{8D5A441B-91AD-C23A-388E-E642E6A1E7C8}"/>
          </ac:spMkLst>
        </pc:spChg>
        <pc:spChg chg="mod">
          <ac:chgData name="B S, Dilip" userId="ee687202-47ca-4852-89ee-ec51b728b6cf" providerId="ADAL" clId="{9D8D5F6C-2438-42D0-9E4F-0685623411FE}" dt="2026-05-18T09:09:14.185" v="874" actId="115"/>
          <ac:spMkLst>
            <pc:docMk/>
            <pc:sldMk cId="3212323506" sldId="315"/>
            <ac:spMk id="5" creationId="{EF9F5E50-96EB-B5D3-2013-02A97CD14180}"/>
          </ac:spMkLst>
        </pc:spChg>
      </pc:sldChg>
      <pc:sldChg chg="modSp add del mod">
        <pc:chgData name="B S, Dilip" userId="ee687202-47ca-4852-89ee-ec51b728b6cf" providerId="ADAL" clId="{9D8D5F6C-2438-42D0-9E4F-0685623411FE}" dt="2026-05-18T08:41:12.152" v="442"/>
        <pc:sldMkLst>
          <pc:docMk/>
          <pc:sldMk cId="3313229028" sldId="318"/>
        </pc:sldMkLst>
        <pc:spChg chg="mod">
          <ac:chgData name="B S, Dilip" userId="ee687202-47ca-4852-89ee-ec51b728b6cf" providerId="ADAL" clId="{9D8D5F6C-2438-42D0-9E4F-0685623411FE}" dt="2026-05-18T08:41:10.586" v="439"/>
          <ac:spMkLst>
            <pc:docMk/>
            <pc:sldMk cId="3313229028" sldId="318"/>
            <ac:spMk id="2" creationId="{D8F9F1EB-1CB2-F75C-166C-10ACAD33F0C6}"/>
          </ac:spMkLst>
        </pc:spChg>
        <pc:spChg chg="mod">
          <ac:chgData name="B S, Dilip" userId="ee687202-47ca-4852-89ee-ec51b728b6cf" providerId="ADAL" clId="{9D8D5F6C-2438-42D0-9E4F-0685623411FE}" dt="2026-05-18T08:41:10.586" v="439"/>
          <ac:spMkLst>
            <pc:docMk/>
            <pc:sldMk cId="3313229028" sldId="318"/>
            <ac:spMk id="3" creationId="{ABD8D70D-6309-D779-9A2C-BE16DDFE27E4}"/>
          </ac:spMkLst>
        </pc:spChg>
        <pc:spChg chg="mod">
          <ac:chgData name="B S, Dilip" userId="ee687202-47ca-4852-89ee-ec51b728b6cf" providerId="ADAL" clId="{9D8D5F6C-2438-42D0-9E4F-0685623411FE}" dt="2026-05-18T08:41:12.152" v="442"/>
          <ac:spMkLst>
            <pc:docMk/>
            <pc:sldMk cId="3313229028" sldId="318"/>
            <ac:spMk id="4" creationId="{4E8AEB16-2710-760F-3A46-DAD66D94759F}"/>
          </ac:spMkLst>
        </pc:spChg>
      </pc:sldChg>
      <pc:sldChg chg="add del">
        <pc:chgData name="B S, Dilip" userId="ee687202-47ca-4852-89ee-ec51b728b6cf" providerId="ADAL" clId="{9D8D5F6C-2438-42D0-9E4F-0685623411FE}" dt="2026-05-18T08:16:09.335" v="3" actId="47"/>
        <pc:sldMkLst>
          <pc:docMk/>
          <pc:sldMk cId="83050710" sldId="418"/>
        </pc:sldMkLst>
      </pc:sldChg>
      <pc:sldChg chg="modSp add mod">
        <pc:chgData name="B S, Dilip" userId="ee687202-47ca-4852-89ee-ec51b728b6cf" providerId="ADAL" clId="{9D8D5F6C-2438-42D0-9E4F-0685623411FE}" dt="2026-05-18T09:04:57.563" v="868" actId="404"/>
        <pc:sldMkLst>
          <pc:docMk/>
          <pc:sldMk cId="1564321214" sldId="426"/>
        </pc:sldMkLst>
        <pc:spChg chg="mod">
          <ac:chgData name="B S, Dilip" userId="ee687202-47ca-4852-89ee-ec51b728b6cf" providerId="ADAL" clId="{9D8D5F6C-2438-42D0-9E4F-0685623411FE}" dt="2026-05-18T09:04:46.706" v="864"/>
          <ac:spMkLst>
            <pc:docMk/>
            <pc:sldMk cId="1564321214" sldId="426"/>
            <ac:spMk id="2" creationId="{9C82A3C5-D05D-9527-E77A-E0A3064B69EE}"/>
          </ac:spMkLst>
        </pc:spChg>
        <pc:spChg chg="mod">
          <ac:chgData name="B S, Dilip" userId="ee687202-47ca-4852-89ee-ec51b728b6cf" providerId="ADAL" clId="{9D8D5F6C-2438-42D0-9E4F-0685623411FE}" dt="2026-05-18T09:04:46.706" v="864"/>
          <ac:spMkLst>
            <pc:docMk/>
            <pc:sldMk cId="1564321214" sldId="426"/>
            <ac:spMk id="3" creationId="{606854BE-459A-FB00-8CE7-BD7327BA687B}"/>
          </ac:spMkLst>
        </pc:spChg>
        <pc:spChg chg="mod">
          <ac:chgData name="B S, Dilip" userId="ee687202-47ca-4852-89ee-ec51b728b6cf" providerId="ADAL" clId="{9D8D5F6C-2438-42D0-9E4F-0685623411FE}" dt="2026-05-18T09:04:57.563" v="868" actId="404"/>
          <ac:spMkLst>
            <pc:docMk/>
            <pc:sldMk cId="1564321214" sldId="426"/>
            <ac:spMk id="5" creationId="{532DE9A4-EF91-A0A7-22C9-0C788F6D2374}"/>
          </ac:spMkLst>
        </pc:spChg>
      </pc:sldChg>
      <pc:sldChg chg="modSp add mod">
        <pc:chgData name="B S, Dilip" userId="ee687202-47ca-4852-89ee-ec51b728b6cf" providerId="ADAL" clId="{9D8D5F6C-2438-42D0-9E4F-0685623411FE}" dt="2026-05-18T09:09:30.735" v="876" actId="1076"/>
        <pc:sldMkLst>
          <pc:docMk/>
          <pc:sldMk cId="1954943730" sldId="427"/>
        </pc:sldMkLst>
        <pc:spChg chg="mod">
          <ac:chgData name="B S, Dilip" userId="ee687202-47ca-4852-89ee-ec51b728b6cf" providerId="ADAL" clId="{9D8D5F6C-2438-42D0-9E4F-0685623411FE}" dt="2026-05-18T09:04:12.355" v="856" actId="404"/>
          <ac:spMkLst>
            <pc:docMk/>
            <pc:sldMk cId="1954943730" sldId="427"/>
            <ac:spMk id="2" creationId="{3ECB47C1-E7B6-35ED-AAAE-06CF06486914}"/>
          </ac:spMkLst>
        </pc:spChg>
        <pc:spChg chg="mod">
          <ac:chgData name="B S, Dilip" userId="ee687202-47ca-4852-89ee-ec51b728b6cf" providerId="ADAL" clId="{9D8D5F6C-2438-42D0-9E4F-0685623411FE}" dt="2026-05-18T09:04:12.355" v="856" actId="404"/>
          <ac:spMkLst>
            <pc:docMk/>
            <pc:sldMk cId="1954943730" sldId="427"/>
            <ac:spMk id="3" creationId="{1DC2F3B8-7CCA-31D4-5D5F-2B3B276544A6}"/>
          </ac:spMkLst>
        </pc:spChg>
        <pc:spChg chg="mod">
          <ac:chgData name="B S, Dilip" userId="ee687202-47ca-4852-89ee-ec51b728b6cf" providerId="ADAL" clId="{9D8D5F6C-2438-42D0-9E4F-0685623411FE}" dt="2026-05-18T09:09:30.735" v="876" actId="1076"/>
          <ac:spMkLst>
            <pc:docMk/>
            <pc:sldMk cId="1954943730" sldId="427"/>
            <ac:spMk id="5" creationId="{34F87728-A2A7-4ADF-2026-D3D0D6779A0C}"/>
          </ac:spMkLst>
        </pc:spChg>
        <pc:spChg chg="mod">
          <ac:chgData name="B S, Dilip" userId="ee687202-47ca-4852-89ee-ec51b728b6cf" providerId="ADAL" clId="{9D8D5F6C-2438-42D0-9E4F-0685623411FE}" dt="2026-05-18T09:04:12.355" v="856" actId="404"/>
          <ac:spMkLst>
            <pc:docMk/>
            <pc:sldMk cId="1954943730" sldId="427"/>
            <ac:spMk id="6" creationId="{58FDF3F4-2654-B531-6EA8-42A43BE67489}"/>
          </ac:spMkLst>
        </pc:spChg>
        <pc:spChg chg="mod">
          <ac:chgData name="B S, Dilip" userId="ee687202-47ca-4852-89ee-ec51b728b6cf" providerId="ADAL" clId="{9D8D5F6C-2438-42D0-9E4F-0685623411FE}" dt="2026-05-18T09:04:36.135" v="863" actId="255"/>
          <ac:spMkLst>
            <pc:docMk/>
            <pc:sldMk cId="1954943730" sldId="427"/>
            <ac:spMk id="9" creationId="{A8383A7A-B8C7-E751-7DC9-61A5F2A00C1E}"/>
          </ac:spMkLst>
        </pc:spChg>
        <pc:spChg chg="mod">
          <ac:chgData name="B S, Dilip" userId="ee687202-47ca-4852-89ee-ec51b728b6cf" providerId="ADAL" clId="{9D8D5F6C-2438-42D0-9E4F-0685623411FE}" dt="2026-05-18T09:04:36.135" v="863" actId="255"/>
          <ac:spMkLst>
            <pc:docMk/>
            <pc:sldMk cId="1954943730" sldId="427"/>
            <ac:spMk id="11" creationId="{B445F400-46F3-A25A-AC2B-17D9B41409E6}"/>
          </ac:spMkLst>
        </pc:spChg>
        <pc:spChg chg="mod">
          <ac:chgData name="B S, Dilip" userId="ee687202-47ca-4852-89ee-ec51b728b6cf" providerId="ADAL" clId="{9D8D5F6C-2438-42D0-9E4F-0685623411FE}" dt="2026-05-18T09:04:36.135" v="863" actId="255"/>
          <ac:spMkLst>
            <pc:docMk/>
            <pc:sldMk cId="1954943730" sldId="427"/>
            <ac:spMk id="12" creationId="{D4ABF396-E1C9-AD4C-D96B-589B66BCAAAC}"/>
          </ac:spMkLst>
        </pc:spChg>
        <pc:spChg chg="mod">
          <ac:chgData name="B S, Dilip" userId="ee687202-47ca-4852-89ee-ec51b728b6cf" providerId="ADAL" clId="{9D8D5F6C-2438-42D0-9E4F-0685623411FE}" dt="2026-05-18T09:04:36.135" v="863" actId="255"/>
          <ac:spMkLst>
            <pc:docMk/>
            <pc:sldMk cId="1954943730" sldId="427"/>
            <ac:spMk id="14" creationId="{D6139591-8A8E-B2B1-CC53-1A4FC930254C}"/>
          </ac:spMkLst>
        </pc:spChg>
        <pc:picChg chg="mod">
          <ac:chgData name="B S, Dilip" userId="ee687202-47ca-4852-89ee-ec51b728b6cf" providerId="ADAL" clId="{9D8D5F6C-2438-42D0-9E4F-0685623411FE}" dt="2026-05-18T09:04:12.355" v="856" actId="404"/>
          <ac:picMkLst>
            <pc:docMk/>
            <pc:sldMk cId="1954943730" sldId="427"/>
            <ac:picMk id="8" creationId="{0223FF62-FE87-7249-A370-0D87F831DA0E}"/>
          </ac:picMkLst>
        </pc:picChg>
      </pc:sldChg>
      <pc:sldChg chg="delSp modSp new mod">
        <pc:chgData name="B S, Dilip" userId="ee687202-47ca-4852-89ee-ec51b728b6cf" providerId="ADAL" clId="{9D8D5F6C-2438-42D0-9E4F-0685623411FE}" dt="2026-05-18T09:09:48.443" v="887" actId="478"/>
        <pc:sldMkLst>
          <pc:docMk/>
          <pc:sldMk cId="3898606640" sldId="428"/>
        </pc:sldMkLst>
        <pc:spChg chg="del">
          <ac:chgData name="B S, Dilip" userId="ee687202-47ca-4852-89ee-ec51b728b6cf" providerId="ADAL" clId="{9D8D5F6C-2438-42D0-9E4F-0685623411FE}" dt="2026-05-18T09:09:48.443" v="887" actId="478"/>
          <ac:spMkLst>
            <pc:docMk/>
            <pc:sldMk cId="3898606640" sldId="428"/>
            <ac:spMk id="2" creationId="{8D3AA82D-25CB-0BC6-39FE-F3E94310D77A}"/>
          </ac:spMkLst>
        </pc:spChg>
        <pc:spChg chg="mod">
          <ac:chgData name="B S, Dilip" userId="ee687202-47ca-4852-89ee-ec51b728b6cf" providerId="ADAL" clId="{9D8D5F6C-2438-42D0-9E4F-0685623411FE}" dt="2026-05-18T09:09:44.332" v="886" actId="20577"/>
          <ac:spMkLst>
            <pc:docMk/>
            <pc:sldMk cId="3898606640" sldId="428"/>
            <ac:spMk id="3" creationId="{AA64A18A-CDB9-07EB-5E8B-AD888A45CF3C}"/>
          </ac:spMkLst>
        </pc:spChg>
      </pc:sldChg>
      <pc:sldMasterChg chg="del delSldLayout">
        <pc:chgData name="B S, Dilip" userId="ee687202-47ca-4852-89ee-ec51b728b6cf" providerId="ADAL" clId="{9D8D5F6C-2438-42D0-9E4F-0685623411FE}" dt="2026-05-18T08:16:29.365" v="8" actId="47"/>
        <pc:sldMasterMkLst>
          <pc:docMk/>
          <pc:sldMasterMk cId="4202402800" sldId="2147483648"/>
        </pc:sldMasterMkLst>
        <pc:sldLayoutChg chg="del">
          <pc:chgData name="B S, Dilip" userId="ee687202-47ca-4852-89ee-ec51b728b6cf" providerId="ADAL" clId="{9D8D5F6C-2438-42D0-9E4F-0685623411FE}" dt="2026-05-18T08:16:29.365" v="8" actId="47"/>
          <pc:sldLayoutMkLst>
            <pc:docMk/>
            <pc:sldMasterMk cId="4202402800" sldId="2147483648"/>
            <pc:sldLayoutMk cId="346595773" sldId="2147483649"/>
          </pc:sldLayoutMkLst>
        </pc:sldLayoutChg>
        <pc:sldLayoutChg chg="del">
          <pc:chgData name="B S, Dilip" userId="ee687202-47ca-4852-89ee-ec51b728b6cf" providerId="ADAL" clId="{9D8D5F6C-2438-42D0-9E4F-0685623411FE}" dt="2026-05-18T08:16:29.365" v="8" actId="47"/>
          <pc:sldLayoutMkLst>
            <pc:docMk/>
            <pc:sldMasterMk cId="4202402800" sldId="2147483648"/>
            <pc:sldLayoutMk cId="1041185698" sldId="2147483650"/>
          </pc:sldLayoutMkLst>
        </pc:sldLayoutChg>
        <pc:sldLayoutChg chg="del">
          <pc:chgData name="B S, Dilip" userId="ee687202-47ca-4852-89ee-ec51b728b6cf" providerId="ADAL" clId="{9D8D5F6C-2438-42D0-9E4F-0685623411FE}" dt="2026-05-18T08:16:29.365" v="8" actId="47"/>
          <pc:sldLayoutMkLst>
            <pc:docMk/>
            <pc:sldMasterMk cId="4202402800" sldId="2147483648"/>
            <pc:sldLayoutMk cId="2630319424" sldId="2147483651"/>
          </pc:sldLayoutMkLst>
        </pc:sldLayoutChg>
        <pc:sldLayoutChg chg="del">
          <pc:chgData name="B S, Dilip" userId="ee687202-47ca-4852-89ee-ec51b728b6cf" providerId="ADAL" clId="{9D8D5F6C-2438-42D0-9E4F-0685623411FE}" dt="2026-05-18T08:16:29.365" v="8" actId="47"/>
          <pc:sldLayoutMkLst>
            <pc:docMk/>
            <pc:sldMasterMk cId="4202402800" sldId="2147483648"/>
            <pc:sldLayoutMk cId="2231880131" sldId="2147483652"/>
          </pc:sldLayoutMkLst>
        </pc:sldLayoutChg>
        <pc:sldLayoutChg chg="del">
          <pc:chgData name="B S, Dilip" userId="ee687202-47ca-4852-89ee-ec51b728b6cf" providerId="ADAL" clId="{9D8D5F6C-2438-42D0-9E4F-0685623411FE}" dt="2026-05-18T08:16:29.365" v="8" actId="47"/>
          <pc:sldLayoutMkLst>
            <pc:docMk/>
            <pc:sldMasterMk cId="4202402800" sldId="2147483648"/>
            <pc:sldLayoutMk cId="3300652122" sldId="2147483653"/>
          </pc:sldLayoutMkLst>
        </pc:sldLayoutChg>
        <pc:sldLayoutChg chg="del">
          <pc:chgData name="B S, Dilip" userId="ee687202-47ca-4852-89ee-ec51b728b6cf" providerId="ADAL" clId="{9D8D5F6C-2438-42D0-9E4F-0685623411FE}" dt="2026-05-18T08:16:29.365" v="8" actId="47"/>
          <pc:sldLayoutMkLst>
            <pc:docMk/>
            <pc:sldMasterMk cId="4202402800" sldId="2147483648"/>
            <pc:sldLayoutMk cId="355056479" sldId="2147483654"/>
          </pc:sldLayoutMkLst>
        </pc:sldLayoutChg>
        <pc:sldLayoutChg chg="del">
          <pc:chgData name="B S, Dilip" userId="ee687202-47ca-4852-89ee-ec51b728b6cf" providerId="ADAL" clId="{9D8D5F6C-2438-42D0-9E4F-0685623411FE}" dt="2026-05-18T08:16:29.365" v="8" actId="47"/>
          <pc:sldLayoutMkLst>
            <pc:docMk/>
            <pc:sldMasterMk cId="4202402800" sldId="2147483648"/>
            <pc:sldLayoutMk cId="2176097988" sldId="2147483655"/>
          </pc:sldLayoutMkLst>
        </pc:sldLayoutChg>
        <pc:sldLayoutChg chg="del">
          <pc:chgData name="B S, Dilip" userId="ee687202-47ca-4852-89ee-ec51b728b6cf" providerId="ADAL" clId="{9D8D5F6C-2438-42D0-9E4F-0685623411FE}" dt="2026-05-18T08:16:29.365" v="8" actId="47"/>
          <pc:sldLayoutMkLst>
            <pc:docMk/>
            <pc:sldMasterMk cId="4202402800" sldId="2147483648"/>
            <pc:sldLayoutMk cId="538154155" sldId="2147483656"/>
          </pc:sldLayoutMkLst>
        </pc:sldLayoutChg>
        <pc:sldLayoutChg chg="del">
          <pc:chgData name="B S, Dilip" userId="ee687202-47ca-4852-89ee-ec51b728b6cf" providerId="ADAL" clId="{9D8D5F6C-2438-42D0-9E4F-0685623411FE}" dt="2026-05-18T08:16:29.365" v="8" actId="47"/>
          <pc:sldLayoutMkLst>
            <pc:docMk/>
            <pc:sldMasterMk cId="4202402800" sldId="2147483648"/>
            <pc:sldLayoutMk cId="748566332" sldId="2147483657"/>
          </pc:sldLayoutMkLst>
        </pc:sldLayoutChg>
        <pc:sldLayoutChg chg="del">
          <pc:chgData name="B S, Dilip" userId="ee687202-47ca-4852-89ee-ec51b728b6cf" providerId="ADAL" clId="{9D8D5F6C-2438-42D0-9E4F-0685623411FE}" dt="2026-05-18T08:16:29.365" v="8" actId="47"/>
          <pc:sldLayoutMkLst>
            <pc:docMk/>
            <pc:sldMasterMk cId="4202402800" sldId="2147483648"/>
            <pc:sldLayoutMk cId="2576651843" sldId="2147483658"/>
          </pc:sldLayoutMkLst>
        </pc:sldLayoutChg>
        <pc:sldLayoutChg chg="del">
          <pc:chgData name="B S, Dilip" userId="ee687202-47ca-4852-89ee-ec51b728b6cf" providerId="ADAL" clId="{9D8D5F6C-2438-42D0-9E4F-0685623411FE}" dt="2026-05-18T08:16:29.365" v="8" actId="47"/>
          <pc:sldLayoutMkLst>
            <pc:docMk/>
            <pc:sldMasterMk cId="4202402800" sldId="2147483648"/>
            <pc:sldLayoutMk cId="3751976398" sldId="2147483659"/>
          </pc:sldLayoutMkLst>
        </pc:sldLayoutChg>
        <pc:sldLayoutChg chg="del">
          <pc:chgData name="B S, Dilip" userId="ee687202-47ca-4852-89ee-ec51b728b6cf" providerId="ADAL" clId="{9D8D5F6C-2438-42D0-9E4F-0685623411FE}" dt="2026-05-18T08:16:09.335" v="3" actId="47"/>
          <pc:sldLayoutMkLst>
            <pc:docMk/>
            <pc:sldMasterMk cId="4202402800" sldId="2147483648"/>
            <pc:sldLayoutMk cId="2714671826" sldId="2147483660"/>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308AE5-E26A-40CB-BF28-83FD9BA6C184}"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US"/>
        </a:p>
      </dgm:t>
    </dgm:pt>
    <dgm:pt modelId="{46BC10CF-4AD5-4A68-AD68-240A05C22CE7}">
      <dgm:prSet custT="1"/>
      <dgm:spPr>
        <a:ln>
          <a:solidFill>
            <a:srgbClr val="0070C0"/>
          </a:solidFill>
        </a:ln>
      </dgm:spPr>
      <dgm:t>
        <a:bodyPr/>
        <a:lstStyle/>
        <a:p>
          <a:pPr algn="l"/>
          <a:r>
            <a:rPr lang="en-US" sz="1800" b="0" i="0" dirty="0"/>
            <a:t>The primary Linux distributions that officially support and include Pacemaker as part of their High Availability (HA) add-ons are: </a:t>
          </a:r>
          <a:br>
            <a:rPr lang="en-US" sz="1800" b="0" i="0" dirty="0"/>
          </a:br>
          <a:br>
            <a:rPr lang="en-US" sz="1800" b="0" i="0" dirty="0"/>
          </a:br>
          <a:br>
            <a:rPr lang="en-US" sz="1800" b="0" i="0" dirty="0"/>
          </a:br>
          <a:endParaRPr lang="en-US" sz="1000" b="1" baseline="0" dirty="0"/>
        </a:p>
        <a:p>
          <a:pPr algn="l"/>
          <a:endParaRPr lang="en-US" sz="1400" b="1" baseline="0" dirty="0"/>
        </a:p>
        <a:p>
          <a:pPr algn="l"/>
          <a:endParaRPr lang="en-US" sz="2000" b="1" baseline="0" dirty="0"/>
        </a:p>
        <a:p>
          <a:pPr algn="l"/>
          <a:r>
            <a:rPr lang="en-US" sz="1800" b="0" baseline="0" dirty="0"/>
            <a:t>To configure a PCS (Pacemaker/Coro sync) HA cluster on Linux, several prerequisites must be met across all intended nodes. </a:t>
          </a:r>
          <a:br>
            <a:rPr lang="en-US" sz="1800" b="0" baseline="0" dirty="0"/>
          </a:br>
          <a:r>
            <a:rPr lang="en-US" sz="1800" b="0" baseline="0" dirty="0"/>
            <a:t>These requirements ensure reliable communication, data integrity, and high availability (HA) operation.</a:t>
          </a:r>
          <a:endParaRPr lang="en-US" sz="1800" b="0" dirty="0"/>
        </a:p>
      </dgm:t>
    </dgm:pt>
    <dgm:pt modelId="{1658F317-1150-4059-8727-4A8AE7C15986}" type="parTrans" cxnId="{47C60E43-0830-418F-98D3-EB8E586AD1FE}">
      <dgm:prSet/>
      <dgm:spPr/>
      <dgm:t>
        <a:bodyPr/>
        <a:lstStyle/>
        <a:p>
          <a:endParaRPr lang="en-US"/>
        </a:p>
      </dgm:t>
    </dgm:pt>
    <dgm:pt modelId="{8638AA03-A893-44DA-9ECB-559097F88469}" type="sibTrans" cxnId="{47C60E43-0830-418F-98D3-EB8E586AD1FE}">
      <dgm:prSet/>
      <dgm:spPr/>
      <dgm:t>
        <a:bodyPr/>
        <a:lstStyle/>
        <a:p>
          <a:endParaRPr lang="en-US"/>
        </a:p>
      </dgm:t>
    </dgm:pt>
    <dgm:pt modelId="{8CEFB449-E66E-4301-AFCC-99310B449FC4}" type="pres">
      <dgm:prSet presAssocID="{71308AE5-E26A-40CB-BF28-83FD9BA6C184}" presName="Name0" presStyleCnt="0">
        <dgm:presLayoutVars>
          <dgm:chMax val="7"/>
          <dgm:dir/>
          <dgm:animLvl val="lvl"/>
          <dgm:resizeHandles val="exact"/>
        </dgm:presLayoutVars>
      </dgm:prSet>
      <dgm:spPr/>
    </dgm:pt>
    <dgm:pt modelId="{A7A427BC-AA00-49EA-8D33-AABA7FBFEAD6}" type="pres">
      <dgm:prSet presAssocID="{46BC10CF-4AD5-4A68-AD68-240A05C22CE7}" presName="circle1" presStyleLbl="node1" presStyleIdx="0" presStyleCnt="1"/>
      <dgm:spPr>
        <a:solidFill>
          <a:srgbClr val="0070C0"/>
        </a:solidFill>
      </dgm:spPr>
    </dgm:pt>
    <dgm:pt modelId="{53CA6689-2E03-4FD7-9ADC-3AFC7A4EF131}" type="pres">
      <dgm:prSet presAssocID="{46BC10CF-4AD5-4A68-AD68-240A05C22CE7}" presName="space" presStyleCnt="0"/>
      <dgm:spPr/>
    </dgm:pt>
    <dgm:pt modelId="{B01F36A9-AE33-4838-B2B6-D6E348FD5496}" type="pres">
      <dgm:prSet presAssocID="{46BC10CF-4AD5-4A68-AD68-240A05C22CE7}" presName="rect1" presStyleLbl="alignAcc1" presStyleIdx="0" presStyleCnt="1" custScaleX="102061" custLinFactNeighborX="-770" custLinFactNeighborY="2106"/>
      <dgm:spPr/>
    </dgm:pt>
    <dgm:pt modelId="{1907B9F1-E36F-40CE-841E-52FBC4D7AC1D}" type="pres">
      <dgm:prSet presAssocID="{46BC10CF-4AD5-4A68-AD68-240A05C22CE7}" presName="rect1ParTxNoCh" presStyleLbl="alignAcc1" presStyleIdx="0" presStyleCnt="1">
        <dgm:presLayoutVars>
          <dgm:chMax val="1"/>
          <dgm:bulletEnabled val="1"/>
        </dgm:presLayoutVars>
      </dgm:prSet>
      <dgm:spPr/>
    </dgm:pt>
  </dgm:ptLst>
  <dgm:cxnLst>
    <dgm:cxn modelId="{52596B21-21EB-40A3-919C-6F0096D5AC26}" type="presOf" srcId="{46BC10CF-4AD5-4A68-AD68-240A05C22CE7}" destId="{1907B9F1-E36F-40CE-841E-52FBC4D7AC1D}" srcOrd="1" destOrd="0" presId="urn:microsoft.com/office/officeart/2005/8/layout/target3"/>
    <dgm:cxn modelId="{47C60E43-0830-418F-98D3-EB8E586AD1FE}" srcId="{71308AE5-E26A-40CB-BF28-83FD9BA6C184}" destId="{46BC10CF-4AD5-4A68-AD68-240A05C22CE7}" srcOrd="0" destOrd="0" parTransId="{1658F317-1150-4059-8727-4A8AE7C15986}" sibTransId="{8638AA03-A893-44DA-9ECB-559097F88469}"/>
    <dgm:cxn modelId="{AC75FA7A-8EC1-473E-A3A9-9627DE397BD7}" type="presOf" srcId="{71308AE5-E26A-40CB-BF28-83FD9BA6C184}" destId="{8CEFB449-E66E-4301-AFCC-99310B449FC4}" srcOrd="0" destOrd="0" presId="urn:microsoft.com/office/officeart/2005/8/layout/target3"/>
    <dgm:cxn modelId="{09771AA1-96FE-4681-87FD-D50FEEB3AA07}" type="presOf" srcId="{46BC10CF-4AD5-4A68-AD68-240A05C22CE7}" destId="{B01F36A9-AE33-4838-B2B6-D6E348FD5496}" srcOrd="0" destOrd="0" presId="urn:microsoft.com/office/officeart/2005/8/layout/target3"/>
    <dgm:cxn modelId="{753C9DF1-48E8-4DCC-B935-FC72084A679B}" type="presParOf" srcId="{8CEFB449-E66E-4301-AFCC-99310B449FC4}" destId="{A7A427BC-AA00-49EA-8D33-AABA7FBFEAD6}" srcOrd="0" destOrd="0" presId="urn:microsoft.com/office/officeart/2005/8/layout/target3"/>
    <dgm:cxn modelId="{DE1C3260-C8B3-4589-B59A-D26A8D8975EA}" type="presParOf" srcId="{8CEFB449-E66E-4301-AFCC-99310B449FC4}" destId="{53CA6689-2E03-4FD7-9ADC-3AFC7A4EF131}" srcOrd="1" destOrd="0" presId="urn:microsoft.com/office/officeart/2005/8/layout/target3"/>
    <dgm:cxn modelId="{E961DD25-7776-4964-B6B1-B9AEACA88970}" type="presParOf" srcId="{8CEFB449-E66E-4301-AFCC-99310B449FC4}" destId="{B01F36A9-AE33-4838-B2B6-D6E348FD5496}" srcOrd="2" destOrd="0" presId="urn:microsoft.com/office/officeart/2005/8/layout/target3"/>
    <dgm:cxn modelId="{74B064FD-DFED-446B-BD83-A42A5CDB7EFF}" type="presParOf" srcId="{8CEFB449-E66E-4301-AFCC-99310B449FC4}" destId="{1907B9F1-E36F-40CE-841E-52FBC4D7AC1D}"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A427BC-AA00-49EA-8D33-AABA7FBFEAD6}">
      <dsp:nvSpPr>
        <dsp:cNvPr id="0" name=""/>
        <dsp:cNvSpPr/>
      </dsp:nvSpPr>
      <dsp:spPr>
        <a:xfrm>
          <a:off x="-44310" y="0"/>
          <a:ext cx="5984729" cy="5984729"/>
        </a:xfrm>
        <a:prstGeom prst="pie">
          <a:avLst>
            <a:gd name="adj1" fmla="val 5400000"/>
            <a:gd name="adj2" fmla="val 16200000"/>
          </a:avLst>
        </a:prstGeom>
        <a:solidFill>
          <a:srgbClr val="0070C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1F36A9-AE33-4838-B2B6-D6E348FD5496}">
      <dsp:nvSpPr>
        <dsp:cNvPr id="0" name=""/>
        <dsp:cNvSpPr/>
      </dsp:nvSpPr>
      <dsp:spPr>
        <a:xfrm>
          <a:off x="2793213" y="0"/>
          <a:ext cx="8777083" cy="5984729"/>
        </a:xfrm>
        <a:prstGeom prst="rect">
          <a:avLst/>
        </a:prstGeom>
        <a:solidFill>
          <a:schemeClr val="lt1">
            <a:alpha val="90000"/>
            <a:hueOff val="0"/>
            <a:satOff val="0"/>
            <a:lumOff val="0"/>
            <a:alphaOff val="0"/>
          </a:schemeClr>
        </a:solidFill>
        <a:ln w="19050" cap="flat" cmpd="sng" algn="ctr">
          <a:solidFill>
            <a:srgbClr val="0070C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dirty="0"/>
            <a:t>The primary Linux distributions that officially support and include Pacemaker as part of their High Availability (HA) add-ons are: </a:t>
          </a:r>
          <a:br>
            <a:rPr lang="en-US" sz="1800" b="0" i="0" kern="1200" dirty="0"/>
          </a:br>
          <a:br>
            <a:rPr lang="en-US" sz="1800" b="0" i="0" kern="1200" dirty="0"/>
          </a:br>
          <a:br>
            <a:rPr lang="en-US" sz="1800" b="0" i="0" kern="1200" dirty="0"/>
          </a:br>
          <a:endParaRPr lang="en-US" sz="1000" b="1" kern="1200" baseline="0" dirty="0"/>
        </a:p>
        <a:p>
          <a:pPr marL="0" lvl="0" indent="0" algn="l" defTabSz="800100">
            <a:lnSpc>
              <a:spcPct val="90000"/>
            </a:lnSpc>
            <a:spcBef>
              <a:spcPct val="0"/>
            </a:spcBef>
            <a:spcAft>
              <a:spcPct val="35000"/>
            </a:spcAft>
            <a:buNone/>
          </a:pPr>
          <a:endParaRPr lang="en-US" sz="1400" b="1" kern="1200" baseline="0" dirty="0"/>
        </a:p>
        <a:p>
          <a:pPr marL="0" lvl="0" indent="0" algn="l" defTabSz="800100">
            <a:lnSpc>
              <a:spcPct val="90000"/>
            </a:lnSpc>
            <a:spcBef>
              <a:spcPct val="0"/>
            </a:spcBef>
            <a:spcAft>
              <a:spcPct val="35000"/>
            </a:spcAft>
            <a:buNone/>
          </a:pPr>
          <a:endParaRPr lang="en-US" sz="2000" b="1" kern="1200" baseline="0" dirty="0"/>
        </a:p>
        <a:p>
          <a:pPr marL="0" lvl="0" indent="0" algn="l" defTabSz="800100">
            <a:lnSpc>
              <a:spcPct val="90000"/>
            </a:lnSpc>
            <a:spcBef>
              <a:spcPct val="0"/>
            </a:spcBef>
            <a:spcAft>
              <a:spcPct val="35000"/>
            </a:spcAft>
            <a:buNone/>
          </a:pPr>
          <a:r>
            <a:rPr lang="en-US" sz="1800" b="0" kern="1200" baseline="0" dirty="0"/>
            <a:t>To configure a PCS (Pacemaker/Coro sync) HA cluster on Linux, several prerequisites must be met across all intended nodes. </a:t>
          </a:r>
          <a:br>
            <a:rPr lang="en-US" sz="1800" b="0" kern="1200" baseline="0" dirty="0"/>
          </a:br>
          <a:r>
            <a:rPr lang="en-US" sz="1800" b="0" kern="1200" baseline="0" dirty="0"/>
            <a:t>These requirements ensure reliable communication, data integrity, and high availability (HA) operation.</a:t>
          </a:r>
          <a:endParaRPr lang="en-US" sz="1800" b="0" kern="1200" dirty="0"/>
        </a:p>
      </dsp:txBody>
      <dsp:txXfrm>
        <a:off x="2793213" y="0"/>
        <a:ext cx="8777083" cy="5984729"/>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DBE2E1BB-CE0A-BA4E-62F3-C11C72B14BDB}"/>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3" name="Slide Number Placeholder 5">
            <a:extLst>
              <a:ext uri="{FF2B5EF4-FFF2-40B4-BE49-F238E27FC236}">
                <a16:creationId xmlns:a16="http://schemas.microsoft.com/office/drawing/2014/main" id="{E4EC4B5E-61C1-0327-AC26-FD6B85B7F09F}"/>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pic>
        <p:nvPicPr>
          <p:cNvPr id="5" name="Logo" descr="A black background with a black square&#10;&#10;AI-generated content may be incorrect.">
            <a:extLst>
              <a:ext uri="{FF2B5EF4-FFF2-40B4-BE49-F238E27FC236}">
                <a16:creationId xmlns:a16="http://schemas.microsoft.com/office/drawing/2014/main" id="{F6E81DF5-9D1C-2874-F10C-40090BD539D9}"/>
              </a:ext>
            </a:extLst>
          </p:cNvPr>
          <p:cNvPicPr>
            <a:picLocks noChangeAspect="1"/>
          </p:cNvPicPr>
          <p:nvPr userDrawn="1"/>
        </p:nvPicPr>
        <p:blipFill>
          <a:blip r:embed="rId3"/>
          <a:stretch>
            <a:fillRect/>
          </a:stretch>
        </p:blipFill>
        <p:spPr>
          <a:xfrm>
            <a:off x="374907" y="384049"/>
            <a:ext cx="1024130" cy="292609"/>
          </a:xfrm>
          <a:prstGeom prst="rect">
            <a:avLst/>
          </a:prstGeom>
        </p:spPr>
      </p:pic>
      <p:sp>
        <p:nvSpPr>
          <p:cNvPr id="6" name="Subtitle 2">
            <a:extLst>
              <a:ext uri="{FF2B5EF4-FFF2-40B4-BE49-F238E27FC236}">
                <a16:creationId xmlns:a16="http://schemas.microsoft.com/office/drawing/2014/main" id="{34628090-D045-413C-E6D5-4DA95E17380B}"/>
              </a:ext>
            </a:extLst>
          </p:cNvPr>
          <p:cNvSpPr>
            <a:spLocks noGrp="1"/>
          </p:cNvSpPr>
          <p:nvPr>
            <p:ph type="subTitle" idx="1" hasCustomPrompt="1"/>
          </p:nvPr>
        </p:nvSpPr>
        <p:spPr>
          <a:xfrm>
            <a:off x="374903" y="3424765"/>
            <a:ext cx="10012359" cy="415635"/>
          </a:xfrm>
          <a:prstGeom prst="rect">
            <a:avLst/>
          </a:prstGeom>
        </p:spPr>
        <p:txBody>
          <a:bodyPr/>
          <a:lstStyle>
            <a:lvl1pPr marL="0" indent="0" algn="l">
              <a:spcBef>
                <a:spcPts val="0"/>
              </a:spcBef>
              <a:buNone/>
              <a:defRPr sz="2000" b="0" i="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7" name="Text Placeholder 10">
            <a:extLst>
              <a:ext uri="{FF2B5EF4-FFF2-40B4-BE49-F238E27FC236}">
                <a16:creationId xmlns:a16="http://schemas.microsoft.com/office/drawing/2014/main" id="{A5FBD065-FB15-F23A-3BCC-D33B8BBA2BAB}"/>
              </a:ext>
            </a:extLst>
          </p:cNvPr>
          <p:cNvSpPr>
            <a:spLocks noGrp="1"/>
          </p:cNvSpPr>
          <p:nvPr>
            <p:ph type="body" sz="quarter" idx="23" hasCustomPrompt="1"/>
          </p:nvPr>
        </p:nvSpPr>
        <p:spPr>
          <a:xfrm>
            <a:off x="374904" y="3840400"/>
            <a:ext cx="10012358" cy="338554"/>
          </a:xfrm>
          <a:prstGeom prst="rect">
            <a:avLst/>
          </a:prstGeom>
        </p:spPr>
        <p:txBody>
          <a:bodyPr>
            <a:noAutofit/>
          </a:bodyPr>
          <a:lstStyle>
            <a:lvl1pPr marL="0" indent="0">
              <a:buNone/>
              <a:defRPr sz="1600"/>
            </a:lvl1pPr>
          </a:lstStyle>
          <a:p>
            <a:pPr lvl="0"/>
            <a:r>
              <a:rPr lang="en-GB" dirty="0"/>
              <a:t>Date</a:t>
            </a:r>
            <a:endParaRPr lang="en-PL" dirty="0"/>
          </a:p>
        </p:txBody>
      </p:sp>
      <p:sp>
        <p:nvSpPr>
          <p:cNvPr id="9" name="Title 1">
            <a:extLst>
              <a:ext uri="{FF2B5EF4-FFF2-40B4-BE49-F238E27FC236}">
                <a16:creationId xmlns:a16="http://schemas.microsoft.com/office/drawing/2014/main" id="{4ECC81EA-9F85-54A6-3C45-4F239CC09DB7}"/>
              </a:ext>
            </a:extLst>
          </p:cNvPr>
          <p:cNvSpPr>
            <a:spLocks noGrp="1"/>
          </p:cNvSpPr>
          <p:nvPr>
            <p:ph type="ctrTitle" hasCustomPrompt="1"/>
          </p:nvPr>
        </p:nvSpPr>
        <p:spPr>
          <a:xfrm>
            <a:off x="374903" y="1813791"/>
            <a:ext cx="10012359" cy="1577109"/>
          </a:xfrm>
        </p:spPr>
        <p:txBody>
          <a:bodyPr lIns="0" tIns="46990" rIns="0" bIns="46990" anchor="b"/>
          <a:lstStyle>
            <a:lvl1pPr algn="l">
              <a:lnSpc>
                <a:spcPct val="90000"/>
              </a:lnSpc>
              <a:defRPr sz="4800">
                <a:solidFill>
                  <a:schemeClr val="tx1"/>
                </a:solidFill>
              </a:defRPr>
            </a:lvl1pPr>
          </a:lstStyle>
          <a:p>
            <a:r>
              <a:rPr lang="en-US" dirty="0"/>
              <a:t>Cover </a:t>
            </a:r>
            <a:r>
              <a:rPr lang="pl-PL" dirty="0"/>
              <a:t>1</a:t>
            </a:r>
            <a:endParaRPr lang="en-US" dirty="0"/>
          </a:p>
        </p:txBody>
      </p:sp>
    </p:spTree>
    <p:extLst>
      <p:ext uri="{BB962C8B-B14F-4D97-AF65-F5344CB8AC3E}">
        <p14:creationId xmlns:p14="http://schemas.microsoft.com/office/powerpoint/2010/main" val="2607434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4C7E62B9-7B57-1325-41F8-B563932F3294}"/>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5" name="Slide Number Placeholder 5">
            <a:extLst>
              <a:ext uri="{FF2B5EF4-FFF2-40B4-BE49-F238E27FC236}">
                <a16:creationId xmlns:a16="http://schemas.microsoft.com/office/drawing/2014/main" id="{8D4869DF-7C8C-6D6D-CBDF-4F57DD5DFF22}"/>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pic>
        <p:nvPicPr>
          <p:cNvPr id="6" name="Logo" descr="A black background with a black square&#10;&#10;AI-generated content may be incorrect.">
            <a:extLst>
              <a:ext uri="{FF2B5EF4-FFF2-40B4-BE49-F238E27FC236}">
                <a16:creationId xmlns:a16="http://schemas.microsoft.com/office/drawing/2014/main" id="{2FBDD54F-6F02-5565-BE03-576E378CDA1D}"/>
              </a:ext>
            </a:extLst>
          </p:cNvPr>
          <p:cNvPicPr>
            <a:picLocks noChangeAspect="1"/>
          </p:cNvPicPr>
          <p:nvPr userDrawn="1"/>
        </p:nvPicPr>
        <p:blipFill>
          <a:blip r:embed="rId3"/>
          <a:stretch>
            <a:fillRect/>
          </a:stretch>
        </p:blipFill>
        <p:spPr>
          <a:xfrm>
            <a:off x="374907" y="384049"/>
            <a:ext cx="1024130" cy="292609"/>
          </a:xfrm>
          <a:prstGeom prst="rect">
            <a:avLst/>
          </a:prstGeom>
        </p:spPr>
      </p:pic>
      <p:sp>
        <p:nvSpPr>
          <p:cNvPr id="11" name="Subtitle 2">
            <a:extLst>
              <a:ext uri="{FF2B5EF4-FFF2-40B4-BE49-F238E27FC236}">
                <a16:creationId xmlns:a16="http://schemas.microsoft.com/office/drawing/2014/main" id="{A6541683-6FD5-D019-008C-CBEFA0DFC18B}"/>
              </a:ext>
            </a:extLst>
          </p:cNvPr>
          <p:cNvSpPr>
            <a:spLocks noGrp="1"/>
          </p:cNvSpPr>
          <p:nvPr>
            <p:ph type="subTitle" idx="1" hasCustomPrompt="1"/>
          </p:nvPr>
        </p:nvSpPr>
        <p:spPr>
          <a:xfrm>
            <a:off x="374903" y="3424765"/>
            <a:ext cx="10012359" cy="415635"/>
          </a:xfrm>
          <a:prstGeom prst="rect">
            <a:avLst/>
          </a:prstGeom>
        </p:spPr>
        <p:txBody>
          <a:bodyPr/>
          <a:lstStyle>
            <a:lvl1pPr marL="0" indent="0" algn="l">
              <a:spcBef>
                <a:spcPts val="0"/>
              </a:spcBef>
              <a:buNone/>
              <a:defRPr sz="2000" b="0" i="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12" name="Text Placeholder 10">
            <a:extLst>
              <a:ext uri="{FF2B5EF4-FFF2-40B4-BE49-F238E27FC236}">
                <a16:creationId xmlns:a16="http://schemas.microsoft.com/office/drawing/2014/main" id="{7632F369-11D4-00F5-EE97-45F7C25F1AF3}"/>
              </a:ext>
            </a:extLst>
          </p:cNvPr>
          <p:cNvSpPr>
            <a:spLocks noGrp="1"/>
          </p:cNvSpPr>
          <p:nvPr>
            <p:ph type="body" sz="quarter" idx="23" hasCustomPrompt="1"/>
          </p:nvPr>
        </p:nvSpPr>
        <p:spPr>
          <a:xfrm>
            <a:off x="374904" y="3840400"/>
            <a:ext cx="10012358" cy="338554"/>
          </a:xfrm>
          <a:prstGeom prst="rect">
            <a:avLst/>
          </a:prstGeom>
        </p:spPr>
        <p:txBody>
          <a:bodyPr>
            <a:noAutofit/>
          </a:bodyPr>
          <a:lstStyle>
            <a:lvl1pPr marL="0" indent="0">
              <a:buNone/>
              <a:defRPr sz="1600"/>
            </a:lvl1pPr>
          </a:lstStyle>
          <a:p>
            <a:pPr lvl="0"/>
            <a:r>
              <a:rPr lang="en-GB" dirty="0"/>
              <a:t>Date</a:t>
            </a:r>
            <a:endParaRPr lang="en-PL" dirty="0"/>
          </a:p>
        </p:txBody>
      </p:sp>
      <p:sp>
        <p:nvSpPr>
          <p:cNvPr id="13" name="Title 1">
            <a:extLst>
              <a:ext uri="{FF2B5EF4-FFF2-40B4-BE49-F238E27FC236}">
                <a16:creationId xmlns:a16="http://schemas.microsoft.com/office/drawing/2014/main" id="{855DBC55-08BE-7E3C-3F51-BE5943424377}"/>
              </a:ext>
            </a:extLst>
          </p:cNvPr>
          <p:cNvSpPr>
            <a:spLocks noGrp="1"/>
          </p:cNvSpPr>
          <p:nvPr>
            <p:ph type="ctrTitle" hasCustomPrompt="1"/>
          </p:nvPr>
        </p:nvSpPr>
        <p:spPr>
          <a:xfrm>
            <a:off x="374903" y="1813791"/>
            <a:ext cx="10012359" cy="1577109"/>
          </a:xfrm>
        </p:spPr>
        <p:txBody>
          <a:bodyPr lIns="0" tIns="46990" rIns="0" bIns="46990" anchor="b"/>
          <a:lstStyle>
            <a:lvl1pPr algn="l">
              <a:lnSpc>
                <a:spcPct val="90000"/>
              </a:lnSpc>
              <a:defRPr sz="4800">
                <a:solidFill>
                  <a:schemeClr val="tx1"/>
                </a:solidFill>
              </a:defRPr>
            </a:lvl1pPr>
          </a:lstStyle>
          <a:p>
            <a:r>
              <a:rPr lang="en-US" dirty="0"/>
              <a:t>Cover </a:t>
            </a:r>
            <a:r>
              <a:rPr lang="pl-PL" dirty="0"/>
              <a:t>2</a:t>
            </a:r>
            <a:endParaRPr lang="en-US" dirty="0"/>
          </a:p>
        </p:txBody>
      </p:sp>
    </p:spTree>
    <p:extLst>
      <p:ext uri="{BB962C8B-B14F-4D97-AF65-F5344CB8AC3E}">
        <p14:creationId xmlns:p14="http://schemas.microsoft.com/office/powerpoint/2010/main" val="706348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28D69DFE-88C2-F477-D6FA-5A27957CC5C4}"/>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E86E6D92-7C0F-2881-3B5C-2BB90CF3E4E5}"/>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pic>
        <p:nvPicPr>
          <p:cNvPr id="5" name="Logo" descr="A black background with a black square&#10;&#10;AI-generated content may be incorrect.">
            <a:extLst>
              <a:ext uri="{FF2B5EF4-FFF2-40B4-BE49-F238E27FC236}">
                <a16:creationId xmlns:a16="http://schemas.microsoft.com/office/drawing/2014/main" id="{96047C21-8C30-FF57-32D9-77CA97A79621}"/>
              </a:ext>
            </a:extLst>
          </p:cNvPr>
          <p:cNvPicPr>
            <a:picLocks noChangeAspect="1"/>
          </p:cNvPicPr>
          <p:nvPr userDrawn="1"/>
        </p:nvPicPr>
        <p:blipFill>
          <a:blip r:embed="rId3"/>
          <a:stretch>
            <a:fillRect/>
          </a:stretch>
        </p:blipFill>
        <p:spPr>
          <a:xfrm>
            <a:off x="374907" y="384049"/>
            <a:ext cx="1024130" cy="292609"/>
          </a:xfrm>
          <a:prstGeom prst="rect">
            <a:avLst/>
          </a:prstGeom>
        </p:spPr>
      </p:pic>
      <p:sp>
        <p:nvSpPr>
          <p:cNvPr id="2" name="Subtitle 2">
            <a:extLst>
              <a:ext uri="{FF2B5EF4-FFF2-40B4-BE49-F238E27FC236}">
                <a16:creationId xmlns:a16="http://schemas.microsoft.com/office/drawing/2014/main" id="{3D4294F3-2CAC-36D6-C4BA-7C426967493E}"/>
              </a:ext>
            </a:extLst>
          </p:cNvPr>
          <p:cNvSpPr>
            <a:spLocks noGrp="1"/>
          </p:cNvSpPr>
          <p:nvPr>
            <p:ph type="subTitle" idx="1" hasCustomPrompt="1"/>
          </p:nvPr>
        </p:nvSpPr>
        <p:spPr>
          <a:xfrm>
            <a:off x="374903" y="3424765"/>
            <a:ext cx="10012359" cy="415635"/>
          </a:xfrm>
          <a:prstGeom prst="rect">
            <a:avLst/>
          </a:prstGeom>
        </p:spPr>
        <p:txBody>
          <a:bodyPr/>
          <a:lstStyle>
            <a:lvl1pPr marL="0" indent="0" algn="l">
              <a:spcBef>
                <a:spcPts val="0"/>
              </a:spcBef>
              <a:buNone/>
              <a:defRPr sz="2000" b="0" i="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4" name="Text Placeholder 10">
            <a:extLst>
              <a:ext uri="{FF2B5EF4-FFF2-40B4-BE49-F238E27FC236}">
                <a16:creationId xmlns:a16="http://schemas.microsoft.com/office/drawing/2014/main" id="{30642D83-CB25-4027-6475-F7C414AF28A8}"/>
              </a:ext>
            </a:extLst>
          </p:cNvPr>
          <p:cNvSpPr>
            <a:spLocks noGrp="1"/>
          </p:cNvSpPr>
          <p:nvPr>
            <p:ph type="body" sz="quarter" idx="23" hasCustomPrompt="1"/>
          </p:nvPr>
        </p:nvSpPr>
        <p:spPr>
          <a:xfrm>
            <a:off x="374904" y="3840400"/>
            <a:ext cx="10012358" cy="338554"/>
          </a:xfrm>
          <a:prstGeom prst="rect">
            <a:avLst/>
          </a:prstGeom>
        </p:spPr>
        <p:txBody>
          <a:bodyPr>
            <a:noAutofit/>
          </a:bodyPr>
          <a:lstStyle>
            <a:lvl1pPr marL="0" indent="0">
              <a:buNone/>
              <a:defRPr sz="1600"/>
            </a:lvl1pPr>
          </a:lstStyle>
          <a:p>
            <a:pPr lvl="0"/>
            <a:r>
              <a:rPr lang="en-GB" dirty="0"/>
              <a:t>Date</a:t>
            </a:r>
            <a:endParaRPr lang="en-PL" dirty="0"/>
          </a:p>
        </p:txBody>
      </p:sp>
      <p:sp>
        <p:nvSpPr>
          <p:cNvPr id="8" name="Title 1">
            <a:extLst>
              <a:ext uri="{FF2B5EF4-FFF2-40B4-BE49-F238E27FC236}">
                <a16:creationId xmlns:a16="http://schemas.microsoft.com/office/drawing/2014/main" id="{443C3471-2479-E641-5030-4A30DEFD0B25}"/>
              </a:ext>
            </a:extLst>
          </p:cNvPr>
          <p:cNvSpPr>
            <a:spLocks noGrp="1"/>
          </p:cNvSpPr>
          <p:nvPr>
            <p:ph type="ctrTitle" hasCustomPrompt="1"/>
          </p:nvPr>
        </p:nvSpPr>
        <p:spPr>
          <a:xfrm>
            <a:off x="374903" y="1813791"/>
            <a:ext cx="10012359" cy="1577109"/>
          </a:xfrm>
        </p:spPr>
        <p:txBody>
          <a:bodyPr lIns="0" tIns="46990" rIns="0" bIns="46990" anchor="b"/>
          <a:lstStyle>
            <a:lvl1pPr algn="l">
              <a:lnSpc>
                <a:spcPct val="90000"/>
              </a:lnSpc>
              <a:defRPr sz="4800">
                <a:solidFill>
                  <a:schemeClr val="tx1"/>
                </a:solidFill>
              </a:defRPr>
            </a:lvl1pPr>
          </a:lstStyle>
          <a:p>
            <a:r>
              <a:rPr lang="en-US" dirty="0"/>
              <a:t>Cover </a:t>
            </a:r>
            <a:r>
              <a:rPr lang="pl-PL" dirty="0"/>
              <a:t>3</a:t>
            </a:r>
            <a:endParaRPr lang="en-US" dirty="0"/>
          </a:p>
        </p:txBody>
      </p:sp>
    </p:spTree>
    <p:extLst>
      <p:ext uri="{BB962C8B-B14F-4D97-AF65-F5344CB8AC3E}">
        <p14:creationId xmlns:p14="http://schemas.microsoft.com/office/powerpoint/2010/main" val="875666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4 with Light Picture">
    <p:bg>
      <p:bgPr>
        <a:solidFill>
          <a:schemeClr val="bg1">
            <a:lumMod val="95000"/>
          </a:schemeClr>
        </a:solidFill>
        <a:effectLst/>
      </p:bgPr>
    </p:bg>
    <p:spTree>
      <p:nvGrpSpPr>
        <p:cNvPr id="1" name=""/>
        <p:cNvGrpSpPr/>
        <p:nvPr/>
      </p:nvGrpSpPr>
      <p:grpSpPr>
        <a:xfrm>
          <a:off x="0" y="0"/>
          <a:ext cx="0" cy="0"/>
          <a:chOff x="0" y="0"/>
          <a:chExt cx="0" cy="0"/>
        </a:xfrm>
      </p:grpSpPr>
      <p:pic>
        <p:nvPicPr>
          <p:cNvPr id="13" name="Picture Element">
            <a:extLst>
              <a:ext uri="{FF2B5EF4-FFF2-40B4-BE49-F238E27FC236}">
                <a16:creationId xmlns:a16="http://schemas.microsoft.com/office/drawing/2014/main" id="{599C7368-45FB-FA9F-C233-DCDE9E9A3751}"/>
              </a:ext>
            </a:extLst>
          </p:cNvPr>
          <p:cNvPicPr>
            <a:picLocks noChangeAspect="1"/>
          </p:cNvPicPr>
          <p:nvPr userDrawn="1"/>
        </p:nvPicPr>
        <p:blipFill>
          <a:blip r:embed="rId2"/>
          <a:srcRect/>
          <a:stretch/>
        </p:blipFill>
        <p:spPr>
          <a:xfrm>
            <a:off x="0" y="1518948"/>
            <a:ext cx="10934113" cy="5339064"/>
          </a:xfrm>
          <a:prstGeom prst="rect">
            <a:avLst/>
          </a:prstGeom>
        </p:spPr>
      </p:pic>
      <p:sp>
        <p:nvSpPr>
          <p:cNvPr id="2" name="Title 1">
            <a:extLst>
              <a:ext uri="{FF2B5EF4-FFF2-40B4-BE49-F238E27FC236}">
                <a16:creationId xmlns:a16="http://schemas.microsoft.com/office/drawing/2014/main" id="{01118B38-66E2-1853-9640-52CA013779FB}"/>
              </a:ext>
            </a:extLst>
          </p:cNvPr>
          <p:cNvSpPr>
            <a:spLocks noGrp="1"/>
          </p:cNvSpPr>
          <p:nvPr>
            <p:ph type="ctrTitle" hasCustomPrompt="1"/>
          </p:nvPr>
        </p:nvSpPr>
        <p:spPr>
          <a:xfrm>
            <a:off x="374904" y="1813791"/>
            <a:ext cx="9144000" cy="1577109"/>
          </a:xfrm>
        </p:spPr>
        <p:txBody>
          <a:bodyPr lIns="0" tIns="46990" rIns="0" bIns="46990" anchor="b"/>
          <a:lstStyle>
            <a:lvl1pPr marL="0" marR="0" indent="0" algn="l" defTabSz="914400" rtl="0" eaLnBrk="1" fontAlgn="auto" latinLnBrk="0" hangingPunct="1">
              <a:lnSpc>
                <a:spcPct val="90000"/>
              </a:lnSpc>
              <a:spcBef>
                <a:spcPct val="0"/>
              </a:spcBef>
              <a:spcAft>
                <a:spcPts val="0"/>
              </a:spcAft>
              <a:buClrTx/>
              <a:buSzTx/>
              <a:buFontTx/>
              <a:buNone/>
              <a:tabLst/>
              <a:defRPr sz="4800">
                <a:solidFill>
                  <a:schemeClr val="tx1"/>
                </a:solidFill>
              </a:defRPr>
            </a:lvl1pPr>
          </a:lstStyle>
          <a:p>
            <a:r>
              <a:rPr lang="en-US" dirty="0"/>
              <a:t>Cover 4 (with </a:t>
            </a:r>
            <a:r>
              <a:rPr lang="pl-PL" dirty="0"/>
              <a:t>light </a:t>
            </a:r>
            <a:r>
              <a:rPr lang="en-US" dirty="0"/>
              <a:t>picture)</a:t>
            </a:r>
          </a:p>
        </p:txBody>
      </p:sp>
      <p:sp>
        <p:nvSpPr>
          <p:cNvPr id="7" name="Subtitle 2">
            <a:extLst>
              <a:ext uri="{FF2B5EF4-FFF2-40B4-BE49-F238E27FC236}">
                <a16:creationId xmlns:a16="http://schemas.microsoft.com/office/drawing/2014/main" id="{6D5F3A39-BBD4-AFEB-B4E7-8CA166BB3019}"/>
              </a:ext>
            </a:extLst>
          </p:cNvPr>
          <p:cNvSpPr>
            <a:spLocks noGrp="1"/>
          </p:cNvSpPr>
          <p:nvPr>
            <p:ph type="subTitle" idx="1" hasCustomPrompt="1"/>
          </p:nvPr>
        </p:nvSpPr>
        <p:spPr>
          <a:xfrm>
            <a:off x="380972" y="3424765"/>
            <a:ext cx="9144000" cy="415635"/>
          </a:xfrm>
          <a:prstGeom prst="rect">
            <a:avLst/>
          </a:prstGeom>
        </p:spPr>
        <p:txBody>
          <a:bodyPr/>
          <a:lstStyle>
            <a:lvl1pPr marL="0" indent="0" algn="l">
              <a:spcBef>
                <a:spcPts val="0"/>
              </a:spcBef>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9" name="Text Placeholder 10">
            <a:extLst>
              <a:ext uri="{FF2B5EF4-FFF2-40B4-BE49-F238E27FC236}">
                <a16:creationId xmlns:a16="http://schemas.microsoft.com/office/drawing/2014/main" id="{EC55DFAC-A001-72E6-262A-D060D79E0973}"/>
              </a:ext>
            </a:extLst>
          </p:cNvPr>
          <p:cNvSpPr>
            <a:spLocks noGrp="1"/>
          </p:cNvSpPr>
          <p:nvPr>
            <p:ph type="body" sz="quarter" idx="23" hasCustomPrompt="1"/>
          </p:nvPr>
        </p:nvSpPr>
        <p:spPr>
          <a:xfrm>
            <a:off x="374904" y="3840400"/>
            <a:ext cx="9144000" cy="338554"/>
          </a:xfrm>
          <a:prstGeom prst="rect">
            <a:avLst/>
          </a:prstGeom>
        </p:spPr>
        <p:txBody>
          <a:bodyPr>
            <a:noAutofit/>
          </a:bodyPr>
          <a:lstStyle>
            <a:lvl1pPr marL="0" indent="0">
              <a:buNone/>
              <a:defRPr sz="1600">
                <a:solidFill>
                  <a:schemeClr val="tx1"/>
                </a:solidFill>
              </a:defRPr>
            </a:lvl1pPr>
          </a:lstStyle>
          <a:p>
            <a:pPr lvl="0"/>
            <a:r>
              <a:rPr lang="en-GB" dirty="0"/>
              <a:t>Date</a:t>
            </a:r>
            <a:endParaRPr lang="en-PL" dirty="0"/>
          </a:p>
        </p:txBody>
      </p:sp>
      <p:sp>
        <p:nvSpPr>
          <p:cNvPr id="4" name="Footer Placeholder 3">
            <a:extLst>
              <a:ext uri="{FF2B5EF4-FFF2-40B4-BE49-F238E27FC236}">
                <a16:creationId xmlns:a16="http://schemas.microsoft.com/office/drawing/2014/main" id="{F1B627C3-C1BB-9558-7C73-E25CB3B6E8A4}"/>
              </a:ext>
            </a:extLst>
          </p:cNvPr>
          <p:cNvSpPr>
            <a:spLocks noGrp="1"/>
          </p:cNvSpPr>
          <p:nvPr>
            <p:ph type="ftr" sz="quarter" idx="24"/>
          </p:nvPr>
        </p:nvSpPr>
        <p:spPr/>
        <p:txBody>
          <a:bodyPr/>
          <a:lstStyle>
            <a:lvl1pPr>
              <a:defRPr>
                <a:solidFill>
                  <a:schemeClr val="tx1"/>
                </a:solidFill>
              </a:defRPr>
            </a:lvl1pPr>
          </a:lstStyle>
          <a:p>
            <a:pPr algn="r"/>
            <a:r>
              <a:rPr lang="en-US"/>
              <a:t>Confidential | Authorized HPE Partner Use Only</a:t>
            </a:r>
            <a:endParaRPr lang="en-US" dirty="0"/>
          </a:p>
        </p:txBody>
      </p:sp>
      <p:sp>
        <p:nvSpPr>
          <p:cNvPr id="8" name="Slide Number Placeholder 7">
            <a:extLst>
              <a:ext uri="{FF2B5EF4-FFF2-40B4-BE49-F238E27FC236}">
                <a16:creationId xmlns:a16="http://schemas.microsoft.com/office/drawing/2014/main" id="{F7BA235C-CFDA-EC42-8041-30F0839937F8}"/>
              </a:ext>
            </a:extLst>
          </p:cNvPr>
          <p:cNvSpPr>
            <a:spLocks noGrp="1"/>
          </p:cNvSpPr>
          <p:nvPr>
            <p:ph type="sldNum" sz="quarter" idx="25"/>
          </p:nvPr>
        </p:nvSpPr>
        <p:spPr/>
        <p:txBody>
          <a:bodyPr/>
          <a:lstStyle>
            <a:lvl1pPr>
              <a:defRPr>
                <a:solidFill>
                  <a:schemeClr val="tx1"/>
                </a:solidFill>
              </a:defRPr>
            </a:lvl1pPr>
          </a:lstStyle>
          <a:p>
            <a:fld id="{C0388CE4-E87A-43A8-A4DA-5AAB8529E0B0}" type="slidenum">
              <a:rPr lang="en-US" smtClean="0"/>
              <a:pPr/>
              <a:t>‹#›</a:t>
            </a:fld>
            <a:endParaRPr lang="en-US" dirty="0"/>
          </a:p>
        </p:txBody>
      </p:sp>
      <p:pic>
        <p:nvPicPr>
          <p:cNvPr id="3" name="Logo" descr="A black background with a black square&#10;&#10;AI-generated content may be incorrect.">
            <a:extLst>
              <a:ext uri="{FF2B5EF4-FFF2-40B4-BE49-F238E27FC236}">
                <a16:creationId xmlns:a16="http://schemas.microsoft.com/office/drawing/2014/main" id="{9E8EFE5D-1C0B-203B-2788-D4F44A09CA01}"/>
              </a:ext>
            </a:extLst>
          </p:cNvPr>
          <p:cNvPicPr>
            <a:picLocks noChangeAspect="1"/>
          </p:cNvPicPr>
          <p:nvPr userDrawn="1"/>
        </p:nvPicPr>
        <p:blipFill>
          <a:blip r:embed="rId3"/>
          <a:stretch>
            <a:fillRect/>
          </a:stretch>
        </p:blipFill>
        <p:spPr>
          <a:xfrm>
            <a:off x="374907" y="384049"/>
            <a:ext cx="1024130" cy="292609"/>
          </a:xfrm>
          <a:prstGeom prst="rect">
            <a:avLst/>
          </a:prstGeom>
        </p:spPr>
      </p:pic>
    </p:spTree>
    <p:extLst>
      <p:ext uri="{BB962C8B-B14F-4D97-AF65-F5344CB8AC3E}">
        <p14:creationId xmlns:p14="http://schemas.microsoft.com/office/powerpoint/2010/main" val="403301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36">
          <p15:clr>
            <a:srgbClr val="FBAE40"/>
          </p15:clr>
        </p15:guide>
        <p15:guide id="8"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4 with Dark Picture">
    <p:bg>
      <p:bgPr>
        <a:solidFill>
          <a:schemeClr val="tx1">
            <a:lumMod val="90000"/>
            <a:lumOff val="10000"/>
          </a:schemeClr>
        </a:solidFill>
        <a:effectLst/>
      </p:bgPr>
    </p:bg>
    <p:spTree>
      <p:nvGrpSpPr>
        <p:cNvPr id="1" name=""/>
        <p:cNvGrpSpPr/>
        <p:nvPr/>
      </p:nvGrpSpPr>
      <p:grpSpPr>
        <a:xfrm>
          <a:off x="0" y="0"/>
          <a:ext cx="0" cy="0"/>
          <a:chOff x="0" y="0"/>
          <a:chExt cx="0" cy="0"/>
        </a:xfrm>
      </p:grpSpPr>
      <p:pic>
        <p:nvPicPr>
          <p:cNvPr id="13" name="Picture Element">
            <a:extLst>
              <a:ext uri="{FF2B5EF4-FFF2-40B4-BE49-F238E27FC236}">
                <a16:creationId xmlns:a16="http://schemas.microsoft.com/office/drawing/2014/main" id="{599C7368-45FB-FA9F-C233-DCDE9E9A3751}"/>
              </a:ext>
            </a:extLst>
          </p:cNvPr>
          <p:cNvPicPr>
            <a:picLocks noChangeAspect="1"/>
          </p:cNvPicPr>
          <p:nvPr userDrawn="1"/>
        </p:nvPicPr>
        <p:blipFill>
          <a:blip r:embed="rId2"/>
          <a:srcRect/>
          <a:stretch/>
        </p:blipFill>
        <p:spPr>
          <a:xfrm>
            <a:off x="0" y="1518948"/>
            <a:ext cx="10934113" cy="5339064"/>
          </a:xfrm>
          <a:prstGeom prst="rect">
            <a:avLst/>
          </a:prstGeom>
        </p:spPr>
      </p:pic>
      <p:sp>
        <p:nvSpPr>
          <p:cNvPr id="2" name="Title 1">
            <a:extLst>
              <a:ext uri="{FF2B5EF4-FFF2-40B4-BE49-F238E27FC236}">
                <a16:creationId xmlns:a16="http://schemas.microsoft.com/office/drawing/2014/main" id="{01118B38-66E2-1853-9640-52CA013779FB}"/>
              </a:ext>
            </a:extLst>
          </p:cNvPr>
          <p:cNvSpPr>
            <a:spLocks noGrp="1"/>
          </p:cNvSpPr>
          <p:nvPr>
            <p:ph type="ctrTitle" hasCustomPrompt="1"/>
          </p:nvPr>
        </p:nvSpPr>
        <p:spPr>
          <a:xfrm>
            <a:off x="374904" y="1813791"/>
            <a:ext cx="9144000" cy="1577109"/>
          </a:xfrm>
        </p:spPr>
        <p:txBody>
          <a:bodyPr lIns="0" tIns="46990" rIns="0" bIns="46990" anchor="b"/>
          <a:lstStyle>
            <a:lvl1pPr marL="0" marR="0" indent="0" algn="l" defTabSz="914400" rtl="0" eaLnBrk="1" fontAlgn="auto" latinLnBrk="0" hangingPunct="1">
              <a:lnSpc>
                <a:spcPct val="90000"/>
              </a:lnSpc>
              <a:spcBef>
                <a:spcPct val="0"/>
              </a:spcBef>
              <a:spcAft>
                <a:spcPts val="0"/>
              </a:spcAft>
              <a:buClrTx/>
              <a:buSzTx/>
              <a:buFontTx/>
              <a:buNone/>
              <a:tabLst/>
              <a:defRPr sz="4800">
                <a:solidFill>
                  <a:schemeClr val="bg1"/>
                </a:solidFill>
              </a:defRPr>
            </a:lvl1pPr>
          </a:lstStyle>
          <a:p>
            <a:r>
              <a:rPr lang="en-US" dirty="0"/>
              <a:t>Cover 4 (with dark picture)</a:t>
            </a:r>
          </a:p>
        </p:txBody>
      </p:sp>
      <p:sp>
        <p:nvSpPr>
          <p:cNvPr id="7" name="Subtitle 2">
            <a:extLst>
              <a:ext uri="{FF2B5EF4-FFF2-40B4-BE49-F238E27FC236}">
                <a16:creationId xmlns:a16="http://schemas.microsoft.com/office/drawing/2014/main" id="{6D5F3A39-BBD4-AFEB-B4E7-8CA166BB3019}"/>
              </a:ext>
            </a:extLst>
          </p:cNvPr>
          <p:cNvSpPr>
            <a:spLocks noGrp="1"/>
          </p:cNvSpPr>
          <p:nvPr>
            <p:ph type="subTitle" idx="1" hasCustomPrompt="1"/>
          </p:nvPr>
        </p:nvSpPr>
        <p:spPr>
          <a:xfrm>
            <a:off x="380972" y="3424765"/>
            <a:ext cx="9144000" cy="415635"/>
          </a:xfrm>
          <a:prstGeom prst="rect">
            <a:avLst/>
          </a:prstGeom>
        </p:spPr>
        <p:txBody>
          <a:bodyPr/>
          <a:lstStyle>
            <a:lvl1pPr marL="0" indent="0" algn="l">
              <a:spcBef>
                <a:spcPts val="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9" name="Text Placeholder 10">
            <a:extLst>
              <a:ext uri="{FF2B5EF4-FFF2-40B4-BE49-F238E27FC236}">
                <a16:creationId xmlns:a16="http://schemas.microsoft.com/office/drawing/2014/main" id="{EC55DFAC-A001-72E6-262A-D060D79E0973}"/>
              </a:ext>
            </a:extLst>
          </p:cNvPr>
          <p:cNvSpPr>
            <a:spLocks noGrp="1"/>
          </p:cNvSpPr>
          <p:nvPr>
            <p:ph type="body" sz="quarter" idx="23" hasCustomPrompt="1"/>
          </p:nvPr>
        </p:nvSpPr>
        <p:spPr>
          <a:xfrm>
            <a:off x="374904" y="3840400"/>
            <a:ext cx="9144000" cy="338554"/>
          </a:xfrm>
          <a:prstGeom prst="rect">
            <a:avLst/>
          </a:prstGeom>
        </p:spPr>
        <p:txBody>
          <a:bodyPr>
            <a:noAutofit/>
          </a:bodyPr>
          <a:lstStyle>
            <a:lvl1pPr marL="0" indent="0">
              <a:buNone/>
              <a:defRPr sz="1600">
                <a:solidFill>
                  <a:schemeClr val="bg1"/>
                </a:solidFill>
              </a:defRPr>
            </a:lvl1pPr>
          </a:lstStyle>
          <a:p>
            <a:pPr lvl="0"/>
            <a:r>
              <a:rPr lang="en-GB" dirty="0"/>
              <a:t>Date</a:t>
            </a:r>
            <a:endParaRPr lang="en-PL" dirty="0"/>
          </a:p>
        </p:txBody>
      </p:sp>
      <p:sp>
        <p:nvSpPr>
          <p:cNvPr id="4" name="Footer Placeholder 3">
            <a:extLst>
              <a:ext uri="{FF2B5EF4-FFF2-40B4-BE49-F238E27FC236}">
                <a16:creationId xmlns:a16="http://schemas.microsoft.com/office/drawing/2014/main" id="{F1B627C3-C1BB-9558-7C73-E25CB3B6E8A4}"/>
              </a:ext>
            </a:extLst>
          </p:cNvPr>
          <p:cNvSpPr>
            <a:spLocks noGrp="1"/>
          </p:cNvSpPr>
          <p:nvPr>
            <p:ph type="ftr" sz="quarter" idx="24"/>
          </p:nvPr>
        </p:nvSpPr>
        <p:spPr/>
        <p:txBody>
          <a:bodyPr/>
          <a:lstStyle>
            <a:lvl1pPr>
              <a:defRPr>
                <a:solidFill>
                  <a:schemeClr val="bg1">
                    <a:lumMod val="85000"/>
                  </a:schemeClr>
                </a:solidFill>
              </a:defRPr>
            </a:lvl1pPr>
          </a:lstStyle>
          <a:p>
            <a:pPr algn="r"/>
            <a:r>
              <a:rPr lang="en-US"/>
              <a:t>Confidential | Authorized HPE Partner Use Only</a:t>
            </a:r>
            <a:endParaRPr lang="en-US" dirty="0"/>
          </a:p>
        </p:txBody>
      </p:sp>
      <p:sp>
        <p:nvSpPr>
          <p:cNvPr id="8" name="Slide Number Placeholder 7">
            <a:extLst>
              <a:ext uri="{FF2B5EF4-FFF2-40B4-BE49-F238E27FC236}">
                <a16:creationId xmlns:a16="http://schemas.microsoft.com/office/drawing/2014/main" id="{F7BA235C-CFDA-EC42-8041-30F0839937F8}"/>
              </a:ext>
            </a:extLst>
          </p:cNvPr>
          <p:cNvSpPr>
            <a:spLocks noGrp="1"/>
          </p:cNvSpPr>
          <p:nvPr>
            <p:ph type="sldNum" sz="quarter" idx="25"/>
          </p:nvPr>
        </p:nvSpPr>
        <p:spPr/>
        <p:txBody>
          <a:bodyPr/>
          <a:lstStyle>
            <a:lvl1pPr>
              <a:defRPr>
                <a:solidFill>
                  <a:schemeClr val="bg1">
                    <a:lumMod val="85000"/>
                  </a:schemeClr>
                </a:solidFill>
              </a:defRPr>
            </a:lvl1pPr>
          </a:lstStyle>
          <a:p>
            <a:fld id="{C0388CE4-E87A-43A8-A4DA-5AAB8529E0B0}" type="slidenum">
              <a:rPr lang="en-US" smtClean="0"/>
              <a:pPr/>
              <a:t>‹#›</a:t>
            </a:fld>
            <a:endParaRPr lang="en-US" dirty="0"/>
          </a:p>
        </p:txBody>
      </p:sp>
      <p:pic>
        <p:nvPicPr>
          <p:cNvPr id="3" name="Picture 3">
            <a:extLst>
              <a:ext uri="{FF2B5EF4-FFF2-40B4-BE49-F238E27FC236}">
                <a16:creationId xmlns:a16="http://schemas.microsoft.com/office/drawing/2014/main" id="{5AD027A1-F5B6-22EB-1410-56C7B528913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74907" y="388783"/>
            <a:ext cx="1019648" cy="291328"/>
          </a:xfrm>
          <a:prstGeom prst="rect">
            <a:avLst/>
          </a:prstGeom>
        </p:spPr>
      </p:pic>
    </p:spTree>
    <p:extLst>
      <p:ext uri="{BB962C8B-B14F-4D97-AF65-F5344CB8AC3E}">
        <p14:creationId xmlns:p14="http://schemas.microsoft.com/office/powerpoint/2010/main" val="3665248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36">
          <p15:clr>
            <a:srgbClr val="FBAE40"/>
          </p15:clr>
        </p15:guide>
        <p15:guide id="8"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5 with Pictur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BD4F32D-3591-565F-ADF6-7D7D28EF243F}"/>
              </a:ext>
            </a:extLst>
          </p:cNvPr>
          <p:cNvSpPr>
            <a:spLocks noGrp="1"/>
          </p:cNvSpPr>
          <p:nvPr>
            <p:ph type="pic" sz="quarter" idx="16" hasCustomPrompt="1"/>
          </p:nvPr>
        </p:nvSpPr>
        <p:spPr>
          <a:xfrm>
            <a:off x="-1" y="2974206"/>
            <a:ext cx="9206753" cy="3883794"/>
          </a:xfrm>
          <a:prstGeom prst="rect">
            <a:avLst/>
          </a:prstGeom>
          <a:solidFill>
            <a:schemeClr val="bg1">
              <a:lumMod val="95000"/>
            </a:schemeClr>
          </a:solidFill>
        </p:spPr>
        <p:txBody>
          <a:bodyPr lIns="0" tIns="0" rIns="0" bIns="0" anchor="ctr"/>
          <a:lstStyle>
            <a:lvl1pPr algn="ctr">
              <a:defRPr sz="800">
                <a:solidFill>
                  <a:schemeClr val="tx1"/>
                </a:solidFill>
              </a:defRPr>
            </a:lvl1pPr>
          </a:lstStyle>
          <a:p>
            <a:r>
              <a:rPr lang="en-US"/>
              <a:t>Image placeholder</a:t>
            </a:r>
          </a:p>
        </p:txBody>
      </p:sp>
      <p:sp>
        <p:nvSpPr>
          <p:cNvPr id="2" name="Title 1">
            <a:extLst>
              <a:ext uri="{FF2B5EF4-FFF2-40B4-BE49-F238E27FC236}">
                <a16:creationId xmlns:a16="http://schemas.microsoft.com/office/drawing/2014/main" id="{01118B38-66E2-1853-9640-52CA013779FB}"/>
              </a:ext>
            </a:extLst>
          </p:cNvPr>
          <p:cNvSpPr>
            <a:spLocks noGrp="1"/>
          </p:cNvSpPr>
          <p:nvPr>
            <p:ph type="ctrTitle" hasCustomPrompt="1"/>
          </p:nvPr>
        </p:nvSpPr>
        <p:spPr>
          <a:xfrm>
            <a:off x="376738" y="1178790"/>
            <a:ext cx="9144000" cy="1577109"/>
          </a:xfrm>
        </p:spPr>
        <p:txBody>
          <a:bodyPr lIns="0" tIns="46990" rIns="0" bIns="46990" anchor="b"/>
          <a:lstStyle>
            <a:lvl1pPr algn="l">
              <a:lnSpc>
                <a:spcPct val="90000"/>
              </a:lnSpc>
              <a:spcBef>
                <a:spcPct val="0"/>
              </a:spcBef>
              <a:spcAft>
                <a:spcPts val="0"/>
              </a:spcAft>
              <a:defRPr sz="4800">
                <a:solidFill>
                  <a:schemeClr val="tx1"/>
                </a:solidFill>
              </a:defRPr>
            </a:lvl1pPr>
          </a:lstStyle>
          <a:p>
            <a:r>
              <a:rPr lang="en-US" dirty="0"/>
              <a:t>Cover 5 (with picture)</a:t>
            </a:r>
          </a:p>
        </p:txBody>
      </p:sp>
      <p:sp>
        <p:nvSpPr>
          <p:cNvPr id="5" name="Subtitle 2">
            <a:extLst>
              <a:ext uri="{FF2B5EF4-FFF2-40B4-BE49-F238E27FC236}">
                <a16:creationId xmlns:a16="http://schemas.microsoft.com/office/drawing/2014/main" id="{A1730018-7DE4-8985-2868-18B01444A666}"/>
              </a:ext>
            </a:extLst>
          </p:cNvPr>
          <p:cNvSpPr>
            <a:spLocks noGrp="1"/>
          </p:cNvSpPr>
          <p:nvPr>
            <p:ph type="subTitle" idx="1" hasCustomPrompt="1"/>
          </p:nvPr>
        </p:nvSpPr>
        <p:spPr>
          <a:xfrm>
            <a:off x="9455099" y="2887955"/>
            <a:ext cx="2485505" cy="1026820"/>
          </a:xfrm>
          <a:prstGeom prst="rect">
            <a:avLst/>
          </a:prstGeom>
        </p:spPr>
        <p:txBody>
          <a:bodyPr>
            <a:noAutofit/>
          </a:bodyPr>
          <a:lstStyle>
            <a:lvl1pPr marL="0" indent="0" algn="l">
              <a:spcBef>
                <a:spcPts val="0"/>
              </a:spcBef>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 maximum three lines</a:t>
            </a:r>
          </a:p>
        </p:txBody>
      </p:sp>
      <p:sp>
        <p:nvSpPr>
          <p:cNvPr id="9" name="Text Placeholder 8">
            <a:extLst>
              <a:ext uri="{FF2B5EF4-FFF2-40B4-BE49-F238E27FC236}">
                <a16:creationId xmlns:a16="http://schemas.microsoft.com/office/drawing/2014/main" id="{F0BD8F41-4872-8861-CBF3-EDAA068B0DC5}"/>
              </a:ext>
            </a:extLst>
          </p:cNvPr>
          <p:cNvSpPr>
            <a:spLocks noGrp="1"/>
          </p:cNvSpPr>
          <p:nvPr>
            <p:ph type="body" sz="quarter" idx="23" hasCustomPrompt="1"/>
          </p:nvPr>
        </p:nvSpPr>
        <p:spPr>
          <a:xfrm>
            <a:off x="9455098" y="3924300"/>
            <a:ext cx="2485506" cy="338554"/>
          </a:xfrm>
          <a:prstGeom prst="rect">
            <a:avLst/>
          </a:prstGeom>
        </p:spPr>
        <p:txBody>
          <a:bodyPr>
            <a:noAutofit/>
          </a:bodyPr>
          <a:lstStyle>
            <a:lvl1pPr marL="0" indent="0">
              <a:buFontTx/>
              <a:buNone/>
              <a:defRPr sz="1600">
                <a:solidFill>
                  <a:schemeClr val="tx1"/>
                </a:solidFill>
              </a:defRPr>
            </a:lvl1pPr>
          </a:lstStyle>
          <a:p>
            <a:pPr lvl="0"/>
            <a:r>
              <a:rPr lang="en-GB" dirty="0"/>
              <a:t>Date</a:t>
            </a:r>
            <a:endParaRPr lang="en-PL" dirty="0"/>
          </a:p>
        </p:txBody>
      </p:sp>
      <p:sp>
        <p:nvSpPr>
          <p:cNvPr id="3" name="Footer Placeholder 4">
            <a:extLst>
              <a:ext uri="{FF2B5EF4-FFF2-40B4-BE49-F238E27FC236}">
                <a16:creationId xmlns:a16="http://schemas.microsoft.com/office/drawing/2014/main" id="{585DF01E-4205-00B8-31D5-62F133D646AA}"/>
              </a:ext>
            </a:extLst>
          </p:cNvPr>
          <p:cNvSpPr>
            <a:spLocks noGrp="1"/>
          </p:cNvSpPr>
          <p:nvPr>
            <p:ph type="ftr" sz="quarter" idx="3"/>
          </p:nvPr>
        </p:nvSpPr>
        <p:spPr>
          <a:xfrm>
            <a:off x="9455097" y="6155690"/>
            <a:ext cx="1834441" cy="450628"/>
          </a:xfrm>
          <a:prstGeom prst="rect">
            <a:avLst/>
          </a:prstGeom>
        </p:spPr>
        <p:txBody>
          <a:bodyPr vert="horz" lIns="0" tIns="45720" rIns="0" bIns="45720" rtlCol="0" anchor="b"/>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7" name="Slide Number Placeholder 5">
            <a:extLst>
              <a:ext uri="{FF2B5EF4-FFF2-40B4-BE49-F238E27FC236}">
                <a16:creationId xmlns:a16="http://schemas.microsoft.com/office/drawing/2014/main" id="{3A8DF9B4-8078-C49B-C422-13DD4F863D92}"/>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pic>
        <p:nvPicPr>
          <p:cNvPr id="4" name="Logo">
            <a:extLst>
              <a:ext uri="{FF2B5EF4-FFF2-40B4-BE49-F238E27FC236}">
                <a16:creationId xmlns:a16="http://schemas.microsoft.com/office/drawing/2014/main" id="{F4DA0103-EE8D-10C5-8FF2-02FCBAFCB9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74907" y="384049"/>
            <a:ext cx="1024130" cy="292608"/>
          </a:xfrm>
          <a:prstGeom prst="rect">
            <a:avLst/>
          </a:prstGeom>
        </p:spPr>
      </p:pic>
    </p:spTree>
    <p:extLst>
      <p:ext uri="{BB962C8B-B14F-4D97-AF65-F5344CB8AC3E}">
        <p14:creationId xmlns:p14="http://schemas.microsoft.com/office/powerpoint/2010/main" val="197333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6 with Picture">
    <p:bg>
      <p:bgPr>
        <a:solidFill>
          <a:schemeClr val="bg1">
            <a:lumMod val="95000"/>
          </a:schemeClr>
        </a:solidFill>
        <a:effectLst/>
      </p:bgPr>
    </p:bg>
    <p:spTree>
      <p:nvGrpSpPr>
        <p:cNvPr id="1" name=""/>
        <p:cNvGrpSpPr/>
        <p:nvPr/>
      </p:nvGrpSpPr>
      <p:grpSpPr>
        <a:xfrm>
          <a:off x="0" y="0"/>
          <a:ext cx="0" cy="0"/>
          <a:chOff x="0" y="0"/>
          <a:chExt cx="0" cy="0"/>
        </a:xfrm>
      </p:grpSpPr>
      <p:pic>
        <p:nvPicPr>
          <p:cNvPr id="19" name="Element image" descr="A black and white rectangle with a green and black rectangle&#10;&#10;AI-generated content may be incorrect.">
            <a:extLst>
              <a:ext uri="{FF2B5EF4-FFF2-40B4-BE49-F238E27FC236}">
                <a16:creationId xmlns:a16="http://schemas.microsoft.com/office/drawing/2014/main" id="{557B342C-B686-916C-8D1E-533F53E2C217}"/>
              </a:ext>
            </a:extLst>
          </p:cNvPr>
          <p:cNvPicPr>
            <a:picLocks noChangeAspect="1"/>
          </p:cNvPicPr>
          <p:nvPr userDrawn="1"/>
        </p:nvPicPr>
        <p:blipFill>
          <a:blip r:embed="rId2"/>
          <a:stretch>
            <a:fillRect/>
          </a:stretch>
        </p:blipFill>
        <p:spPr>
          <a:xfrm>
            <a:off x="2368" y="0"/>
            <a:ext cx="12187263" cy="6858000"/>
          </a:xfrm>
          <a:prstGeom prst="rect">
            <a:avLst/>
          </a:prstGeom>
        </p:spPr>
      </p:pic>
      <p:sp>
        <p:nvSpPr>
          <p:cNvPr id="2" name="Title 1">
            <a:extLst>
              <a:ext uri="{FF2B5EF4-FFF2-40B4-BE49-F238E27FC236}">
                <a16:creationId xmlns:a16="http://schemas.microsoft.com/office/drawing/2014/main" id="{01118B38-66E2-1853-9640-52CA013779FB}"/>
              </a:ext>
            </a:extLst>
          </p:cNvPr>
          <p:cNvSpPr>
            <a:spLocks noGrp="1"/>
          </p:cNvSpPr>
          <p:nvPr>
            <p:ph type="ctrTitle" hasCustomPrompt="1"/>
          </p:nvPr>
        </p:nvSpPr>
        <p:spPr>
          <a:xfrm>
            <a:off x="379912" y="1127322"/>
            <a:ext cx="4465637" cy="2951480"/>
          </a:xfrm>
        </p:spPr>
        <p:txBody>
          <a:bodyPr tIns="46990" rIns="0" bIns="46990" anchor="b"/>
          <a:lstStyle>
            <a:lvl1pPr algn="l">
              <a:lnSpc>
                <a:spcPct val="90000"/>
              </a:lnSpc>
              <a:defRPr sz="4800">
                <a:solidFill>
                  <a:schemeClr val="tx1"/>
                </a:solidFill>
              </a:defRPr>
            </a:lvl1pPr>
          </a:lstStyle>
          <a:p>
            <a:r>
              <a:rPr lang="en-US" dirty="0"/>
              <a:t>Cover 6 </a:t>
            </a:r>
            <a:br>
              <a:rPr lang="en-US" dirty="0"/>
            </a:br>
            <a:r>
              <a:rPr lang="en-US" dirty="0"/>
              <a:t>(with picture)</a:t>
            </a:r>
          </a:p>
        </p:txBody>
      </p:sp>
      <p:sp>
        <p:nvSpPr>
          <p:cNvPr id="20" name="Footer Placeholder 19">
            <a:extLst>
              <a:ext uri="{FF2B5EF4-FFF2-40B4-BE49-F238E27FC236}">
                <a16:creationId xmlns:a16="http://schemas.microsoft.com/office/drawing/2014/main" id="{90E4737B-80BB-A453-9EC0-403448484789}"/>
              </a:ext>
            </a:extLst>
          </p:cNvPr>
          <p:cNvSpPr>
            <a:spLocks noGrp="1"/>
          </p:cNvSpPr>
          <p:nvPr>
            <p:ph type="ftr" sz="quarter" idx="24"/>
          </p:nvPr>
        </p:nvSpPr>
        <p:spPr/>
        <p:txBody>
          <a:bodyPr/>
          <a:lstStyle/>
          <a:p>
            <a:pPr algn="r"/>
            <a:r>
              <a:rPr lang="en-US"/>
              <a:t>Confidential | Authorized HPE Partner Use Only</a:t>
            </a:r>
            <a:endParaRPr lang="en-US" dirty="0"/>
          </a:p>
        </p:txBody>
      </p:sp>
      <p:sp>
        <p:nvSpPr>
          <p:cNvPr id="21" name="Slide Number Placeholder 20">
            <a:extLst>
              <a:ext uri="{FF2B5EF4-FFF2-40B4-BE49-F238E27FC236}">
                <a16:creationId xmlns:a16="http://schemas.microsoft.com/office/drawing/2014/main" id="{A6F5877F-D5C2-0CC0-F815-A40F949BFE50}"/>
              </a:ext>
            </a:extLst>
          </p:cNvPr>
          <p:cNvSpPr>
            <a:spLocks noGrp="1"/>
          </p:cNvSpPr>
          <p:nvPr>
            <p:ph type="sldNum" sz="quarter" idx="25"/>
          </p:nvPr>
        </p:nvSpPr>
        <p:spPr/>
        <p:txBody>
          <a:bodyPr/>
          <a:lstStyle/>
          <a:p>
            <a:fld id="{C0388CE4-E87A-43A8-A4DA-5AAB8529E0B0}" type="slidenum">
              <a:rPr lang="en-US" smtClean="0"/>
              <a:pPr/>
              <a:t>‹#›</a:t>
            </a:fld>
            <a:endParaRPr lang="en-US" dirty="0"/>
          </a:p>
        </p:txBody>
      </p:sp>
      <p:sp>
        <p:nvSpPr>
          <p:cNvPr id="22" name="Subtitle 2">
            <a:extLst>
              <a:ext uri="{FF2B5EF4-FFF2-40B4-BE49-F238E27FC236}">
                <a16:creationId xmlns:a16="http://schemas.microsoft.com/office/drawing/2014/main" id="{B4B6A315-F84A-43CB-2612-0093AD26A3C7}"/>
              </a:ext>
            </a:extLst>
          </p:cNvPr>
          <p:cNvSpPr>
            <a:spLocks noGrp="1"/>
          </p:cNvSpPr>
          <p:nvPr>
            <p:ph type="subTitle" idx="1" hasCustomPrompt="1"/>
          </p:nvPr>
        </p:nvSpPr>
        <p:spPr>
          <a:xfrm>
            <a:off x="374650" y="4101316"/>
            <a:ext cx="4465638" cy="680234"/>
          </a:xfrm>
          <a:prstGeom prst="rect">
            <a:avLst/>
          </a:prstGeom>
        </p:spPr>
        <p:txBody>
          <a:bodyPr anchor="ctr"/>
          <a:lstStyle>
            <a:lvl1pPr marL="0" indent="0" algn="l">
              <a:spcBef>
                <a:spcPts val="0"/>
              </a:spcBef>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br>
              <a:rPr lang="en-US" dirty="0"/>
            </a:br>
            <a:r>
              <a:rPr lang="en-US" dirty="0"/>
              <a:t>over 2 lines</a:t>
            </a:r>
          </a:p>
        </p:txBody>
      </p:sp>
      <p:sp>
        <p:nvSpPr>
          <p:cNvPr id="23" name="Text Placeholder 10">
            <a:extLst>
              <a:ext uri="{FF2B5EF4-FFF2-40B4-BE49-F238E27FC236}">
                <a16:creationId xmlns:a16="http://schemas.microsoft.com/office/drawing/2014/main" id="{1E6999B2-BD34-3D8A-995A-23314865E5B3}"/>
              </a:ext>
            </a:extLst>
          </p:cNvPr>
          <p:cNvSpPr>
            <a:spLocks noGrp="1"/>
          </p:cNvSpPr>
          <p:nvPr>
            <p:ph type="body" sz="quarter" idx="23" hasCustomPrompt="1"/>
          </p:nvPr>
        </p:nvSpPr>
        <p:spPr>
          <a:xfrm>
            <a:off x="374907" y="4838706"/>
            <a:ext cx="4465637" cy="338554"/>
          </a:xfrm>
          <a:prstGeom prst="rect">
            <a:avLst/>
          </a:prstGeom>
        </p:spPr>
        <p:txBody>
          <a:bodyPr>
            <a:noAutofit/>
          </a:bodyPr>
          <a:lstStyle>
            <a:lvl1pPr marL="0" indent="0">
              <a:buNone/>
              <a:defRPr sz="1600"/>
            </a:lvl1pPr>
          </a:lstStyle>
          <a:p>
            <a:pPr lvl="0"/>
            <a:r>
              <a:rPr lang="en-GB" dirty="0"/>
              <a:t>Date</a:t>
            </a:r>
            <a:endParaRPr lang="en-PL" dirty="0"/>
          </a:p>
        </p:txBody>
      </p:sp>
      <p:pic>
        <p:nvPicPr>
          <p:cNvPr id="12" name="Logo" descr="A black background with a black square&#10;&#10;AI-generated content may be incorrect.">
            <a:extLst>
              <a:ext uri="{FF2B5EF4-FFF2-40B4-BE49-F238E27FC236}">
                <a16:creationId xmlns:a16="http://schemas.microsoft.com/office/drawing/2014/main" id="{D60D540B-8356-03C5-A3D0-DD92935A31B8}"/>
              </a:ext>
            </a:extLst>
          </p:cNvPr>
          <p:cNvPicPr>
            <a:picLocks noChangeAspect="1"/>
          </p:cNvPicPr>
          <p:nvPr userDrawn="1"/>
        </p:nvPicPr>
        <p:blipFill>
          <a:blip r:embed="rId3"/>
          <a:stretch>
            <a:fillRect/>
          </a:stretch>
        </p:blipFill>
        <p:spPr>
          <a:xfrm>
            <a:off x="374907" y="384049"/>
            <a:ext cx="1024130" cy="292609"/>
          </a:xfrm>
          <a:prstGeom prst="rect">
            <a:avLst/>
          </a:prstGeom>
        </p:spPr>
      </p:pic>
    </p:spTree>
    <p:extLst>
      <p:ext uri="{BB962C8B-B14F-4D97-AF65-F5344CB8AC3E}">
        <p14:creationId xmlns:p14="http://schemas.microsoft.com/office/powerpoint/2010/main" val="2002631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1">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AA170-8CC0-47B1-FE7B-FCA095BCC147}"/>
              </a:ext>
            </a:extLst>
          </p:cNvPr>
          <p:cNvSpPr>
            <a:spLocks noGrp="1"/>
          </p:cNvSpPr>
          <p:nvPr>
            <p:ph type="title" hasCustomPrompt="1"/>
          </p:nvPr>
        </p:nvSpPr>
        <p:spPr>
          <a:xfrm>
            <a:off x="374904" y="1439980"/>
            <a:ext cx="8599487" cy="1846659"/>
          </a:xfrm>
        </p:spPr>
        <p:txBody>
          <a:bodyPr anchor="b">
            <a:noAutofit/>
          </a:bodyPr>
          <a:lstStyle>
            <a:lvl1pPr>
              <a:lnSpc>
                <a:spcPct val="100000"/>
              </a:lnSpc>
              <a:defRPr sz="6000" b="0" i="0">
                <a:latin typeface="HPE Graphik Light" pitchFamily="2" charset="77"/>
              </a:defRPr>
            </a:lvl1pPr>
          </a:lstStyle>
          <a:p>
            <a:r>
              <a:rPr lang="en-US" dirty="0"/>
              <a:t>Divider 1</a:t>
            </a:r>
            <a:br>
              <a:rPr lang="en-US" dirty="0"/>
            </a:br>
            <a:r>
              <a:rPr lang="en-US" dirty="0"/>
              <a:t>two lines max</a:t>
            </a:r>
          </a:p>
        </p:txBody>
      </p:sp>
      <p:sp>
        <p:nvSpPr>
          <p:cNvPr id="3" name="Text Placeholder 2">
            <a:extLst>
              <a:ext uri="{FF2B5EF4-FFF2-40B4-BE49-F238E27FC236}">
                <a16:creationId xmlns:a16="http://schemas.microsoft.com/office/drawing/2014/main" id="{169C2486-EF2B-1442-FE2C-36120DCDA0B0}"/>
              </a:ext>
            </a:extLst>
          </p:cNvPr>
          <p:cNvSpPr>
            <a:spLocks noGrp="1"/>
          </p:cNvSpPr>
          <p:nvPr>
            <p:ph type="body" idx="1" hasCustomPrompt="1"/>
          </p:nvPr>
        </p:nvSpPr>
        <p:spPr>
          <a:xfrm>
            <a:off x="377021" y="3424794"/>
            <a:ext cx="6633379" cy="365126"/>
          </a:xfrm>
          <a:prstGeom prst="rect">
            <a:avLst/>
          </a:prstGeom>
        </p:spPr>
        <p:txBody>
          <a:bodyPr/>
          <a:lstStyle>
            <a:lvl1pPr marL="0" indent="0">
              <a:buNone/>
              <a:defRPr sz="2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here only if needed</a:t>
            </a:r>
          </a:p>
        </p:txBody>
      </p:sp>
      <p:sp>
        <p:nvSpPr>
          <p:cNvPr id="5" name="Footer Placeholder 4">
            <a:extLst>
              <a:ext uri="{FF2B5EF4-FFF2-40B4-BE49-F238E27FC236}">
                <a16:creationId xmlns:a16="http://schemas.microsoft.com/office/drawing/2014/main" id="{37F33158-1754-653B-F011-1E6EDDA861C0}"/>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07E9BAFD-B89D-1DD6-6FAB-B033012DF6C4}"/>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386558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2">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AA170-8CC0-47B1-FE7B-FCA095BCC147}"/>
              </a:ext>
            </a:extLst>
          </p:cNvPr>
          <p:cNvSpPr>
            <a:spLocks noGrp="1"/>
          </p:cNvSpPr>
          <p:nvPr>
            <p:ph type="title" hasCustomPrompt="1"/>
          </p:nvPr>
        </p:nvSpPr>
        <p:spPr>
          <a:xfrm>
            <a:off x="374904" y="1439980"/>
            <a:ext cx="8599487" cy="1846659"/>
          </a:xfrm>
        </p:spPr>
        <p:txBody>
          <a:bodyPr anchor="b">
            <a:noAutofit/>
          </a:bodyPr>
          <a:lstStyle>
            <a:lvl1pPr>
              <a:lnSpc>
                <a:spcPct val="100000"/>
              </a:lnSpc>
              <a:defRPr sz="6000" b="0" i="0">
                <a:latin typeface="HPE Graphik Light" pitchFamily="2" charset="77"/>
              </a:defRPr>
            </a:lvl1pPr>
          </a:lstStyle>
          <a:p>
            <a:r>
              <a:rPr lang="en-US" dirty="0"/>
              <a:t>Divider 2</a:t>
            </a:r>
            <a:br>
              <a:rPr lang="en-US" dirty="0"/>
            </a:br>
            <a:r>
              <a:rPr lang="en-US" dirty="0"/>
              <a:t>two lines max</a:t>
            </a:r>
          </a:p>
        </p:txBody>
      </p:sp>
      <p:sp>
        <p:nvSpPr>
          <p:cNvPr id="3" name="Text Placeholder 2">
            <a:extLst>
              <a:ext uri="{FF2B5EF4-FFF2-40B4-BE49-F238E27FC236}">
                <a16:creationId xmlns:a16="http://schemas.microsoft.com/office/drawing/2014/main" id="{169C2486-EF2B-1442-FE2C-36120DCDA0B0}"/>
              </a:ext>
            </a:extLst>
          </p:cNvPr>
          <p:cNvSpPr>
            <a:spLocks noGrp="1"/>
          </p:cNvSpPr>
          <p:nvPr>
            <p:ph type="body" idx="1" hasCustomPrompt="1"/>
          </p:nvPr>
        </p:nvSpPr>
        <p:spPr>
          <a:xfrm>
            <a:off x="377021" y="3424794"/>
            <a:ext cx="6633379" cy="365126"/>
          </a:xfrm>
          <a:prstGeom prst="rect">
            <a:avLst/>
          </a:prstGeom>
        </p:spPr>
        <p:txBody>
          <a:bodyPr/>
          <a:lstStyle>
            <a:lvl1pPr marL="0" indent="0">
              <a:buNone/>
              <a:defRPr sz="2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here only if needed</a:t>
            </a:r>
          </a:p>
        </p:txBody>
      </p:sp>
      <p:sp>
        <p:nvSpPr>
          <p:cNvPr id="4" name="Footer Placeholder 4">
            <a:extLst>
              <a:ext uri="{FF2B5EF4-FFF2-40B4-BE49-F238E27FC236}">
                <a16:creationId xmlns:a16="http://schemas.microsoft.com/office/drawing/2014/main" id="{286C1509-153F-BD27-73E3-F87006A3EC56}"/>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5" name="Slide Number Placeholder 5">
            <a:extLst>
              <a:ext uri="{FF2B5EF4-FFF2-40B4-BE49-F238E27FC236}">
                <a16:creationId xmlns:a16="http://schemas.microsoft.com/office/drawing/2014/main" id="{E3318031-32A0-57F5-89E3-BD97D3EE476D}"/>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51698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3">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AA170-8CC0-47B1-FE7B-FCA095BCC147}"/>
              </a:ext>
            </a:extLst>
          </p:cNvPr>
          <p:cNvSpPr>
            <a:spLocks noGrp="1"/>
          </p:cNvSpPr>
          <p:nvPr>
            <p:ph type="title" hasCustomPrompt="1"/>
          </p:nvPr>
        </p:nvSpPr>
        <p:spPr>
          <a:xfrm>
            <a:off x="374904" y="1439980"/>
            <a:ext cx="8599487" cy="1846659"/>
          </a:xfrm>
        </p:spPr>
        <p:txBody>
          <a:bodyPr anchor="b">
            <a:noAutofit/>
          </a:bodyPr>
          <a:lstStyle>
            <a:lvl1pPr>
              <a:lnSpc>
                <a:spcPct val="100000"/>
              </a:lnSpc>
              <a:defRPr sz="6000" b="0" i="0">
                <a:latin typeface="HPE Graphik Light" pitchFamily="2" charset="77"/>
              </a:defRPr>
            </a:lvl1pPr>
          </a:lstStyle>
          <a:p>
            <a:r>
              <a:rPr lang="en-US" dirty="0"/>
              <a:t>Divider 3</a:t>
            </a:r>
            <a:br>
              <a:rPr lang="en-US" dirty="0"/>
            </a:br>
            <a:r>
              <a:rPr lang="en-US" dirty="0"/>
              <a:t>two lines max</a:t>
            </a:r>
          </a:p>
        </p:txBody>
      </p:sp>
      <p:sp>
        <p:nvSpPr>
          <p:cNvPr id="3" name="Text Placeholder 2">
            <a:extLst>
              <a:ext uri="{FF2B5EF4-FFF2-40B4-BE49-F238E27FC236}">
                <a16:creationId xmlns:a16="http://schemas.microsoft.com/office/drawing/2014/main" id="{169C2486-EF2B-1442-FE2C-36120DCDA0B0}"/>
              </a:ext>
            </a:extLst>
          </p:cNvPr>
          <p:cNvSpPr>
            <a:spLocks noGrp="1"/>
          </p:cNvSpPr>
          <p:nvPr>
            <p:ph type="body" idx="1" hasCustomPrompt="1"/>
          </p:nvPr>
        </p:nvSpPr>
        <p:spPr>
          <a:xfrm>
            <a:off x="377021" y="3424794"/>
            <a:ext cx="6633379" cy="365126"/>
          </a:xfrm>
          <a:prstGeom prst="rect">
            <a:avLst/>
          </a:prstGeom>
        </p:spPr>
        <p:txBody>
          <a:bodyPr/>
          <a:lstStyle>
            <a:lvl1pPr marL="0" indent="0">
              <a:buNone/>
              <a:defRPr sz="2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Subtitle here only if needed</a:t>
            </a:r>
          </a:p>
        </p:txBody>
      </p:sp>
      <p:sp>
        <p:nvSpPr>
          <p:cNvPr id="5" name="Footer Placeholder 4">
            <a:extLst>
              <a:ext uri="{FF2B5EF4-FFF2-40B4-BE49-F238E27FC236}">
                <a16:creationId xmlns:a16="http://schemas.microsoft.com/office/drawing/2014/main" id="{723C35D8-793D-910E-958E-12734E9433D1}"/>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AB0ABB62-7FB2-A10A-FB79-640977444A09}"/>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9792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4 with Picture">
    <p:bg>
      <p:bgPr>
        <a:solidFill>
          <a:schemeClr val="bg1">
            <a:lumMod val="95000"/>
          </a:schemeClr>
        </a:solidFill>
        <a:effectLst/>
      </p:bgPr>
    </p:bg>
    <p:spTree>
      <p:nvGrpSpPr>
        <p:cNvPr id="1" name=""/>
        <p:cNvGrpSpPr/>
        <p:nvPr/>
      </p:nvGrpSpPr>
      <p:grpSpPr>
        <a:xfrm>
          <a:off x="0" y="0"/>
          <a:ext cx="0" cy="0"/>
          <a:chOff x="0" y="0"/>
          <a:chExt cx="0" cy="0"/>
        </a:xfrm>
      </p:grpSpPr>
      <p:pic>
        <p:nvPicPr>
          <p:cNvPr id="5" name="Element Image">
            <a:extLst>
              <a:ext uri="{FF2B5EF4-FFF2-40B4-BE49-F238E27FC236}">
                <a16:creationId xmlns:a16="http://schemas.microsoft.com/office/drawing/2014/main" id="{1A711596-B981-E895-2147-80AF02FC6F8D}"/>
              </a:ext>
            </a:extLst>
          </p:cNvPr>
          <p:cNvPicPr>
            <a:picLocks noChangeAspect="1"/>
          </p:cNvPicPr>
          <p:nvPr userDrawn="1"/>
        </p:nvPicPr>
        <p:blipFill>
          <a:blip>
            <a:extLst>
              <a:ext uri="{96DAC541-7B7A-43D3-8B79-37D633B846F1}">
                <asvg:svgBlip xmlns:asvg="http://schemas.microsoft.com/office/drawing/2016/SVG/main" r:embed="rId2"/>
              </a:ext>
            </a:extLst>
          </a:blip>
          <a:srcRect l="1196" t="654" r="1416" b="1209"/>
          <a:stretch>
            <a:fillRect/>
          </a:stretch>
        </p:blipFill>
        <p:spPr>
          <a:xfrm>
            <a:off x="0" y="0"/>
            <a:ext cx="12192000" cy="6858000"/>
          </a:xfrm>
          <a:prstGeom prst="rect">
            <a:avLst/>
          </a:prstGeom>
        </p:spPr>
      </p:pic>
      <p:sp>
        <p:nvSpPr>
          <p:cNvPr id="9" name="Title 8">
            <a:extLst>
              <a:ext uri="{FF2B5EF4-FFF2-40B4-BE49-F238E27FC236}">
                <a16:creationId xmlns:a16="http://schemas.microsoft.com/office/drawing/2014/main" id="{951F0D95-92C8-F614-A840-CCF636DDBEB8}"/>
              </a:ext>
            </a:extLst>
          </p:cNvPr>
          <p:cNvSpPr>
            <a:spLocks noGrp="1"/>
          </p:cNvSpPr>
          <p:nvPr>
            <p:ph type="title" hasCustomPrompt="1"/>
          </p:nvPr>
        </p:nvSpPr>
        <p:spPr>
          <a:xfrm>
            <a:off x="374905" y="393193"/>
            <a:ext cx="11433977" cy="946080"/>
          </a:xfrm>
        </p:spPr>
        <p:txBody>
          <a:bodyPr lIns="0" tIns="0" rIns="91440" bIns="0"/>
          <a:lstStyle>
            <a:lvl1pPr>
              <a:lnSpc>
                <a:spcPct val="100000"/>
              </a:lnSpc>
              <a:spcBef>
                <a:spcPct val="0"/>
              </a:spcBef>
              <a:spcAft>
                <a:spcPts val="0"/>
              </a:spcAft>
              <a:defRPr sz="6000" b="0">
                <a:solidFill>
                  <a:schemeClr val="tx1"/>
                </a:solidFill>
                <a:latin typeface="HPE Graphik Light" pitchFamily="50" charset="0"/>
              </a:defRPr>
            </a:lvl1pPr>
          </a:lstStyle>
          <a:p>
            <a:r>
              <a:rPr lang="en-US" dirty="0"/>
              <a:t>Divider 4 (with picture)</a:t>
            </a:r>
          </a:p>
        </p:txBody>
      </p:sp>
      <p:sp>
        <p:nvSpPr>
          <p:cNvPr id="2" name="Footer Placeholder 4">
            <a:extLst>
              <a:ext uri="{FF2B5EF4-FFF2-40B4-BE49-F238E27FC236}">
                <a16:creationId xmlns:a16="http://schemas.microsoft.com/office/drawing/2014/main" id="{6D7B23CD-0964-2C4F-2645-F616DF81D059}"/>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3" name="Slide Number Placeholder 5">
            <a:extLst>
              <a:ext uri="{FF2B5EF4-FFF2-40B4-BE49-F238E27FC236}">
                <a16:creationId xmlns:a16="http://schemas.microsoft.com/office/drawing/2014/main" id="{1C3AD242-1EDC-575F-5C91-FD24DABDDFB0}"/>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234677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Content Placeholder">
            <a:extLst>
              <a:ext uri="{FF2B5EF4-FFF2-40B4-BE49-F238E27FC236}">
                <a16:creationId xmlns:a16="http://schemas.microsoft.com/office/drawing/2014/main" id="{88F2DF35-63BF-460F-A215-8F5110C2F71B}"/>
              </a:ext>
            </a:extLst>
          </p:cNvPr>
          <p:cNvSpPr>
            <a:spLocks noGrp="1"/>
          </p:cNvSpPr>
          <p:nvPr>
            <p:ph idx="1"/>
          </p:nvPr>
        </p:nvSpPr>
        <p:spPr>
          <a:xfrm>
            <a:off x="381599" y="1165860"/>
            <a:ext cx="11404800" cy="5097600"/>
          </a:xfrm>
          <a:prstGeom prst="rect">
            <a:avLst/>
          </a:prstGeom>
        </p:spPr>
        <p:txBody>
          <a:bodyPr lIns="0" tIns="45720" rIns="0" bIns="45720"/>
          <a:lstStyle>
            <a:lvl1pPr>
              <a:spcAft>
                <a:spcPts val="0"/>
              </a:spcAft>
              <a:defRPr>
                <a:solidFill>
                  <a:schemeClr val="tx1"/>
                </a:solidFill>
              </a:defRPr>
            </a:lvl1pPr>
            <a:lvl2pPr>
              <a:spcAft>
                <a:spcPts val="0"/>
              </a:spcAft>
              <a:defRPr>
                <a:solidFill>
                  <a:schemeClr val="tx1"/>
                </a:solidFill>
              </a:defRPr>
            </a:lvl2pPr>
            <a:lvl3pPr>
              <a:spcAft>
                <a:spcPts val="0"/>
              </a:spcAft>
              <a:defRPr>
                <a:solidFill>
                  <a:schemeClr val="tx1"/>
                </a:solidFill>
              </a:defRPr>
            </a:lvl3pPr>
            <a:lvl4pPr>
              <a:spcAft>
                <a:spcPts val="0"/>
              </a:spcAft>
              <a:defRPr>
                <a:solidFill>
                  <a:schemeClr val="tx1"/>
                </a:solidFill>
              </a:defRPr>
            </a:lvl4pPr>
            <a:lvl5pPr>
              <a:spcAft>
                <a:spcPts val="0"/>
              </a:spcAft>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a:extLst>
              <a:ext uri="{FF2B5EF4-FFF2-40B4-BE49-F238E27FC236}">
                <a16:creationId xmlns:a16="http://schemas.microsoft.com/office/drawing/2014/main" id="{232753FE-5D9A-4A5E-B0B2-3DAAE2EB3541}"/>
              </a:ext>
            </a:extLst>
          </p:cNvPr>
          <p:cNvSpPr>
            <a:spLocks noGrp="1"/>
          </p:cNvSpPr>
          <p:nvPr>
            <p:ph type="title"/>
          </p:nvPr>
        </p:nvSpPr>
        <p:spPr/>
        <p:txBody>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6B6C3F6-7864-1614-6433-B6E92053415A}"/>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AAA371ED-2734-3586-C69F-E31DDE6FB9CD}"/>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210810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2) and Content">
    <p:spTree>
      <p:nvGrpSpPr>
        <p:cNvPr id="1" name=""/>
        <p:cNvGrpSpPr/>
        <p:nvPr/>
      </p:nvGrpSpPr>
      <p:grpSpPr>
        <a:xfrm>
          <a:off x="0" y="0"/>
          <a:ext cx="0" cy="0"/>
          <a:chOff x="0" y="0"/>
          <a:chExt cx="0" cy="0"/>
        </a:xfrm>
      </p:grpSpPr>
      <p:sp>
        <p:nvSpPr>
          <p:cNvPr id="9" name="Content Placeholder">
            <a:extLst>
              <a:ext uri="{FF2B5EF4-FFF2-40B4-BE49-F238E27FC236}">
                <a16:creationId xmlns:a16="http://schemas.microsoft.com/office/drawing/2014/main" id="{88F2DF35-63BF-460F-A215-8F5110C2F71B}"/>
              </a:ext>
            </a:extLst>
          </p:cNvPr>
          <p:cNvSpPr>
            <a:spLocks noGrp="1"/>
          </p:cNvSpPr>
          <p:nvPr>
            <p:ph idx="1"/>
          </p:nvPr>
        </p:nvSpPr>
        <p:spPr>
          <a:xfrm>
            <a:off x="374904" y="1541417"/>
            <a:ext cx="11433977" cy="4730795"/>
          </a:xfrm>
          <a:prstGeom prst="rect">
            <a:avLst/>
          </a:prstGeom>
        </p:spPr>
        <p:txBody>
          <a:bodyPr lIns="0" tIns="45720" rIns="0" bIns="45720"/>
          <a:lstStyle>
            <a:lvl1pPr>
              <a:spcAft>
                <a:spcPts val="0"/>
              </a:spcAft>
              <a:defRPr>
                <a:solidFill>
                  <a:schemeClr val="tx1"/>
                </a:solidFill>
              </a:defRPr>
            </a:lvl1pPr>
            <a:lvl2pPr>
              <a:spcAft>
                <a:spcPts val="0"/>
              </a:spcAft>
              <a:defRPr>
                <a:solidFill>
                  <a:schemeClr val="tx1"/>
                </a:solidFill>
              </a:defRPr>
            </a:lvl2pPr>
            <a:lvl3pPr>
              <a:spcAft>
                <a:spcPts val="0"/>
              </a:spcAft>
              <a:defRPr>
                <a:solidFill>
                  <a:schemeClr val="tx1"/>
                </a:solidFill>
              </a:defRPr>
            </a:lvl3pPr>
            <a:lvl4pPr>
              <a:spcAft>
                <a:spcPts val="0"/>
              </a:spcAft>
              <a:defRPr>
                <a:solidFill>
                  <a:schemeClr val="tx1"/>
                </a:solidFill>
              </a:defRPr>
            </a:lvl4pPr>
            <a:lvl5pPr>
              <a:spcAft>
                <a:spcPts val="0"/>
              </a:spcAft>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a:extLst>
              <a:ext uri="{FF2B5EF4-FFF2-40B4-BE49-F238E27FC236}">
                <a16:creationId xmlns:a16="http://schemas.microsoft.com/office/drawing/2014/main" id="{232753FE-5D9A-4A5E-B0B2-3DAAE2EB3541}"/>
              </a:ext>
            </a:extLst>
          </p:cNvPr>
          <p:cNvSpPr>
            <a:spLocks noGrp="1"/>
          </p:cNvSpPr>
          <p:nvPr>
            <p:ph type="title"/>
          </p:nvPr>
        </p:nvSpPr>
        <p:spPr>
          <a:xfrm>
            <a:off x="374904" y="393192"/>
            <a:ext cx="11442628" cy="775846"/>
          </a:xfrm>
        </p:spPr>
        <p:txBody>
          <a:bodyPr lIns="0" tIns="0" rIns="0" bIns="0"/>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5D62CB2E-81D7-48A5-A15B-340BF48D2100}"/>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3" name="Slide Number Placeholder 2">
            <a:extLst>
              <a:ext uri="{FF2B5EF4-FFF2-40B4-BE49-F238E27FC236}">
                <a16:creationId xmlns:a16="http://schemas.microsoft.com/office/drawing/2014/main" id="{B4268E2A-81AF-75F2-036F-19A286FA833A}"/>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919573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2" name="Content Placeholder">
            <a:extLst>
              <a:ext uri="{FF2B5EF4-FFF2-40B4-BE49-F238E27FC236}">
                <a16:creationId xmlns:a16="http://schemas.microsoft.com/office/drawing/2014/main" id="{A3BBDD58-9EEC-48BC-A84C-F80FB78CB21C}"/>
              </a:ext>
            </a:extLst>
          </p:cNvPr>
          <p:cNvSpPr>
            <a:spLocks noGrp="1"/>
          </p:cNvSpPr>
          <p:nvPr>
            <p:ph sz="quarter" idx="18"/>
          </p:nvPr>
        </p:nvSpPr>
        <p:spPr>
          <a:xfrm>
            <a:off x="374904" y="1541417"/>
            <a:ext cx="11433977" cy="4730795"/>
          </a:xfrm>
          <a:prstGeom prst="rect">
            <a:avLst/>
          </a:prstGeom>
        </p:spPr>
        <p:txBody>
          <a:bodyPr lIns="0"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ubtitle"/>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1000"/>
              </a:spcBef>
              <a:spcAft>
                <a:spcPts val="0"/>
              </a:spcAft>
              <a:buFont typeface="" panose="020B0604020202020204" pitchFamily="34" charset="0"/>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5" name="Title">
            <a:extLst>
              <a:ext uri="{FF2B5EF4-FFF2-40B4-BE49-F238E27FC236}">
                <a16:creationId xmlns:a16="http://schemas.microsoft.com/office/drawing/2014/main" id="{670D9BB8-8D8D-4F83-B418-E1A6910A3C8D}"/>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B8A2B8FB-372C-42B9-B280-9D39EC303B0B}"/>
              </a:ext>
            </a:extLst>
          </p:cNvPr>
          <p:cNvSpPr>
            <a:spLocks noGrp="1"/>
          </p:cNvSpPr>
          <p:nvPr>
            <p:ph type="sldNum" sz="quarter" idx="20"/>
          </p:nvPr>
        </p:nvSpPr>
        <p:spPr/>
        <p:txBody>
          <a:bodyPr/>
          <a:lstStyle>
            <a:lvl1pPr>
              <a:defRPr>
                <a:solidFill>
                  <a:schemeClr val="tx1"/>
                </a:solidFill>
              </a:defRPr>
            </a:lvl1pPr>
          </a:lstStyle>
          <a:p>
            <a:pPr defTabSz="1088421"/>
            <a:fld id="{104FC826-72BB-4AF1-BA01-A94F7396A7DC}" type="slidenum">
              <a:rPr lang="en-US" smtClean="0"/>
              <a:pPr defTabSz="1088421"/>
              <a:t>‹#›</a:t>
            </a:fld>
            <a:endParaRPr lang="en-US" dirty="0"/>
          </a:p>
        </p:txBody>
      </p:sp>
      <p:sp>
        <p:nvSpPr>
          <p:cNvPr id="2" name="Footer Placeholder">
            <a:extLst>
              <a:ext uri="{FF2B5EF4-FFF2-40B4-BE49-F238E27FC236}">
                <a16:creationId xmlns:a16="http://schemas.microsoft.com/office/drawing/2014/main" id="{42026B78-68E1-478D-8813-92F76EAC82C2}"/>
              </a:ext>
            </a:extLst>
          </p:cNvPr>
          <p:cNvSpPr>
            <a:spLocks noGrp="1"/>
          </p:cNvSpPr>
          <p:nvPr>
            <p:ph type="ftr" sz="quarter" idx="19"/>
          </p:nvPr>
        </p:nvSpPr>
        <p:spPr/>
        <p:txBody>
          <a:bodyPr/>
          <a:lstStyle>
            <a:lvl1pPr algn="r">
              <a:defRPr>
                <a:solidFill>
                  <a:schemeClr val="tx1"/>
                </a:solidFill>
              </a:defRPr>
            </a:lvl1pPr>
          </a:lstStyle>
          <a:p>
            <a:r>
              <a:rPr lang="en-US"/>
              <a:t>Confidential | Authorized HPE Partner Use Only</a:t>
            </a:r>
            <a:endParaRPr lang="en-US" dirty="0"/>
          </a:p>
        </p:txBody>
      </p:sp>
    </p:spTree>
    <p:extLst>
      <p:ext uri="{BB962C8B-B14F-4D97-AF65-F5344CB8AC3E}">
        <p14:creationId xmlns:p14="http://schemas.microsoft.com/office/powerpoint/2010/main" val="3041612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2), Subtitle and Content">
    <p:bg>
      <p:bgPr>
        <a:solidFill>
          <a:schemeClr val="bg1"/>
        </a:solidFill>
        <a:effectLst/>
      </p:bgPr>
    </p:bg>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C95F41DF-93F3-CDC9-2F09-5645DCF4B138}"/>
              </a:ext>
            </a:extLst>
          </p:cNvPr>
          <p:cNvSpPr>
            <a:spLocks noGrp="1"/>
          </p:cNvSpPr>
          <p:nvPr>
            <p:ph type="body" sz="quarter" idx="13" hasCustomPrompt="1"/>
          </p:nvPr>
        </p:nvSpPr>
        <p:spPr>
          <a:xfrm>
            <a:off x="374904" y="1216152"/>
            <a:ext cx="11433978" cy="369486"/>
          </a:xfrm>
          <a:prstGeom prst="rect">
            <a:avLst/>
          </a:prstGeom>
        </p:spPr>
        <p:txBody>
          <a:bodyPr tIns="0"/>
          <a:lstStyle>
            <a:lvl1pPr>
              <a:defRPr sz="2000">
                <a:solidFill>
                  <a:schemeClr val="tx1"/>
                </a:solidFill>
                <a:latin typeface="+mn-lt"/>
              </a:defRPr>
            </a:lvl1pPr>
          </a:lstStyle>
          <a:p>
            <a:pPr marL="182880" lvl="0" indent="-182880">
              <a:spcBef>
                <a:spcPts val="0"/>
              </a:spcBef>
            </a:pPr>
            <a:r>
              <a:rPr lang="en-US" dirty="0"/>
              <a:t>Click to add one-line subtitle</a:t>
            </a:r>
          </a:p>
        </p:txBody>
      </p:sp>
      <p:sp>
        <p:nvSpPr>
          <p:cNvPr id="3" name="Footer Placeholder 2">
            <a:extLst>
              <a:ext uri="{FF2B5EF4-FFF2-40B4-BE49-F238E27FC236}">
                <a16:creationId xmlns:a16="http://schemas.microsoft.com/office/drawing/2014/main" id="{88B1FDE8-1311-7248-18A8-D4800084C25E}"/>
              </a:ext>
            </a:extLst>
          </p:cNvPr>
          <p:cNvSpPr>
            <a:spLocks noGrp="1"/>
          </p:cNvSpPr>
          <p:nvPr>
            <p:ph type="ftr" sz="quarter" idx="14"/>
          </p:nvPr>
        </p:nvSpPr>
        <p:spPr/>
        <p:txBody>
          <a:bodyPr/>
          <a:lstStyle>
            <a:lvl1pPr>
              <a:defRPr>
                <a:solidFill>
                  <a:schemeClr val="tx1"/>
                </a:solidFill>
                <a:latin typeface="+mn-lt"/>
              </a:defRPr>
            </a:lvl1p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28A4E9F6-3410-0A4E-80C1-A550B6D95A6C}"/>
              </a:ext>
            </a:extLst>
          </p:cNvPr>
          <p:cNvSpPr>
            <a:spLocks noGrp="1"/>
          </p:cNvSpPr>
          <p:nvPr>
            <p:ph type="sldNum" sz="quarter" idx="15"/>
          </p:nvPr>
        </p:nvSpPr>
        <p:spPr/>
        <p:txBody>
          <a:bodyPr/>
          <a:lstStyle>
            <a:lvl1pPr>
              <a:defRPr>
                <a:solidFill>
                  <a:schemeClr val="tx1"/>
                </a:solidFill>
                <a:latin typeface="+mn-lt"/>
              </a:defRPr>
            </a:lvl1pPr>
          </a:lstStyle>
          <a:p>
            <a:fld id="{C0388CE4-E87A-43A8-A4DA-5AAB8529E0B0}" type="slidenum">
              <a:rPr lang="en-US" smtClean="0"/>
              <a:pPr/>
              <a:t>‹#›</a:t>
            </a:fld>
            <a:endParaRPr lang="en-US" dirty="0"/>
          </a:p>
        </p:txBody>
      </p:sp>
      <p:sp>
        <p:nvSpPr>
          <p:cNvPr id="2" name="Title 9">
            <a:extLst>
              <a:ext uri="{FF2B5EF4-FFF2-40B4-BE49-F238E27FC236}">
                <a16:creationId xmlns:a16="http://schemas.microsoft.com/office/drawing/2014/main" id="{8228B93E-9AAB-D047-1D10-C52AC4536AD4}"/>
              </a:ext>
            </a:extLst>
          </p:cNvPr>
          <p:cNvSpPr>
            <a:spLocks noGrp="1"/>
          </p:cNvSpPr>
          <p:nvPr>
            <p:ph type="title" hasCustomPrompt="1"/>
          </p:nvPr>
        </p:nvSpPr>
        <p:spPr>
          <a:xfrm>
            <a:off x="374904" y="393192"/>
            <a:ext cx="11442628" cy="775846"/>
          </a:xfrm>
        </p:spPr>
        <p:txBody>
          <a:bodyPr bIns="0" anchor="t"/>
          <a:lstStyle>
            <a:lvl1pPr>
              <a:defRPr b="0">
                <a:solidFill>
                  <a:schemeClr val="tx1"/>
                </a:solidFill>
                <a:latin typeface="+mj-lt"/>
              </a:defRPr>
            </a:lvl1pPr>
          </a:lstStyle>
          <a:p>
            <a:r>
              <a:rPr lang="en-US" dirty="0"/>
              <a:t>Click to add</a:t>
            </a:r>
            <a:br>
              <a:rPr lang="en-US" dirty="0"/>
            </a:br>
            <a:r>
              <a:rPr lang="en-US" dirty="0"/>
              <a:t>two-line title</a:t>
            </a:r>
          </a:p>
        </p:txBody>
      </p:sp>
      <p:sp>
        <p:nvSpPr>
          <p:cNvPr id="4" name="Content Placeholder">
            <a:extLst>
              <a:ext uri="{FF2B5EF4-FFF2-40B4-BE49-F238E27FC236}">
                <a16:creationId xmlns:a16="http://schemas.microsoft.com/office/drawing/2014/main" id="{E0C985E2-323F-7805-FB56-916EC03BF8F5}"/>
              </a:ext>
            </a:extLst>
          </p:cNvPr>
          <p:cNvSpPr>
            <a:spLocks noGrp="1"/>
          </p:cNvSpPr>
          <p:nvPr>
            <p:ph sz="quarter" idx="19"/>
          </p:nvPr>
        </p:nvSpPr>
        <p:spPr>
          <a:xfrm>
            <a:off x="374904" y="1920874"/>
            <a:ext cx="11433977" cy="4358006"/>
          </a:xfrm>
          <a:prstGeom prst="rect">
            <a:avLst/>
          </a:prstGeom>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43707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title, Heading and Content">
    <p:spTree>
      <p:nvGrpSpPr>
        <p:cNvPr id="1" name=""/>
        <p:cNvGrpSpPr/>
        <p:nvPr/>
      </p:nvGrpSpPr>
      <p:grpSpPr>
        <a:xfrm>
          <a:off x="0" y="0"/>
          <a:ext cx="0" cy="0"/>
          <a:chOff x="0" y="0"/>
          <a:chExt cx="0" cy="0"/>
        </a:xfrm>
      </p:grpSpPr>
      <p:sp>
        <p:nvSpPr>
          <p:cNvPr id="14" name="Content Placeholder">
            <a:extLst>
              <a:ext uri="{FF2B5EF4-FFF2-40B4-BE49-F238E27FC236}">
                <a16:creationId xmlns:a16="http://schemas.microsoft.com/office/drawing/2014/main" id="{D60021C6-A6F0-40F0-A299-B8269BE0F492}"/>
              </a:ext>
            </a:extLst>
          </p:cNvPr>
          <p:cNvSpPr>
            <a:spLocks noGrp="1"/>
          </p:cNvSpPr>
          <p:nvPr>
            <p:ph sz="quarter" idx="19"/>
          </p:nvPr>
        </p:nvSpPr>
        <p:spPr>
          <a:xfrm>
            <a:off x="374904" y="1920874"/>
            <a:ext cx="11433977" cy="4358006"/>
          </a:xfrm>
          <a:prstGeom prst="rect">
            <a:avLst/>
          </a:prstGeom>
        </p:spPr>
        <p:txBody>
          <a:bodyPr lIns="0"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Heading"/>
          <p:cNvSpPr>
            <a:spLocks noGrp="1"/>
          </p:cNvSpPr>
          <p:nvPr>
            <p:ph type="body" sz="quarter" idx="18" hasCustomPrompt="1"/>
          </p:nvPr>
        </p:nvSpPr>
        <p:spPr>
          <a:xfrm>
            <a:off x="374903" y="1526183"/>
            <a:ext cx="11347170" cy="369486"/>
          </a:xfrm>
          <a:prstGeom prst="rect">
            <a:avLst/>
          </a:prstGeom>
        </p:spPr>
        <p:txBody>
          <a:bodyPr lIns="0" tIns="0" rIns="91440" bIns="45720">
            <a:noAutofit/>
          </a:bodyPr>
          <a:lstStyle>
            <a:lvl1pPr marL="0" indent="0">
              <a:lnSpc>
                <a:spcPct val="100000"/>
              </a:lnSpc>
              <a:spcBef>
                <a:spcPts val="1000"/>
              </a:spcBef>
              <a:spcAft>
                <a:spcPts val="0"/>
              </a:spcAft>
              <a:buNone/>
              <a:defRPr sz="2000" b="1" baseline="0">
                <a:solidFill>
                  <a:schemeClr val="tx1"/>
                </a:solidFill>
                <a:latin typeface="+mj-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13" name="Subtitle">
            <a:extLst>
              <a:ext uri="{FF2B5EF4-FFF2-40B4-BE49-F238E27FC236}">
                <a16:creationId xmlns:a16="http://schemas.microsoft.com/office/drawing/2014/main" id="{15C04D0B-D5E2-4F74-B1D6-45E2AEA840C8}"/>
              </a:ext>
            </a:extLst>
          </p:cNvPr>
          <p:cNvSpPr>
            <a:spLocks noGrp="1"/>
          </p:cNvSpPr>
          <p:nvPr>
            <p:ph type="body" sz="quarter" idx="13" hasCustomPrompt="1"/>
          </p:nvPr>
        </p:nvSpPr>
        <p:spPr>
          <a:xfrm>
            <a:off x="374904" y="854202"/>
            <a:ext cx="11433978" cy="369486"/>
          </a:xfrm>
          <a:prstGeom prst="rect">
            <a:avLst/>
          </a:prstGeom>
        </p:spPr>
        <p:txBody>
          <a:bodyPr lIns="0" tIns="0" rIns="91440" bIns="45720" anchor="ctr">
            <a:noAutofit/>
          </a:bodyPr>
          <a:lstStyle>
            <a:lvl1pPr marL="0" indent="0">
              <a:lnSpc>
                <a:spcPct val="100000"/>
              </a:lnSpc>
              <a:spcBef>
                <a:spcPts val="1000"/>
              </a:spcBef>
              <a:spcAft>
                <a:spcPts val="0"/>
              </a:spcAft>
              <a:buFont typeface="" panose="020B0604020202020204" pitchFamily="34" charset="0"/>
              <a:buNone/>
              <a:defRPr sz="2000" baseline="0">
                <a:solidFill>
                  <a:schemeClr val="tx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subtitle</a:t>
            </a:r>
          </a:p>
        </p:txBody>
      </p:sp>
      <p:sp>
        <p:nvSpPr>
          <p:cNvPr id="4" name="Title">
            <a:extLst>
              <a:ext uri="{FF2B5EF4-FFF2-40B4-BE49-F238E27FC236}">
                <a16:creationId xmlns:a16="http://schemas.microsoft.com/office/drawing/2014/main" id="{D09EDB93-5BF6-4D1D-9D5F-0E75F455E06A}"/>
              </a:ext>
            </a:extLst>
          </p:cNvPr>
          <p:cNvSpPr>
            <a:spLocks noGrp="1"/>
          </p:cNvSpPr>
          <p:nvPr>
            <p:ph type="title"/>
          </p:nvPr>
        </p:nvSpPr>
        <p:spPr>
          <a:xfrm>
            <a:off x="374904" y="393192"/>
            <a:ext cx="11433978" cy="415498"/>
          </a:xfrm>
          <a:ln w="12700" cap="flat" cmpd="sng" algn="ctr">
            <a:noFill/>
            <a:prstDash val="solid"/>
            <a:miter lim="800000"/>
            <a:headEnd type="none" w="med" len="med"/>
            <a:tailEnd type="none" w="med" len="med"/>
          </a:ln>
        </p:spPr>
        <p:txBody>
          <a:bodyPr lIns="0" tIns="0" rIns="91440" bIns="0"/>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3" name="Slide Number Placeholder">
            <a:extLst>
              <a:ext uri="{FF2B5EF4-FFF2-40B4-BE49-F238E27FC236}">
                <a16:creationId xmlns:a16="http://schemas.microsoft.com/office/drawing/2014/main" id="{9D217CA8-FB11-4E4A-BBCD-EE7B837F4D7D}"/>
              </a:ext>
            </a:extLst>
          </p:cNvPr>
          <p:cNvSpPr>
            <a:spLocks noGrp="1"/>
          </p:cNvSpPr>
          <p:nvPr>
            <p:ph type="sldNum" sz="quarter" idx="21"/>
          </p:nvPr>
        </p:nvSpPr>
        <p:spPr/>
        <p:txBody>
          <a:bodyPr/>
          <a:lstStyle>
            <a:lvl1pPr>
              <a:defRPr>
                <a:solidFill>
                  <a:schemeClr val="tx1"/>
                </a:solidFill>
              </a:defRPr>
            </a:lvl1pPr>
          </a:lstStyle>
          <a:p>
            <a:pPr defTabSz="1088421"/>
            <a:fld id="{104FC826-72BB-4AF1-BA01-A94F7396A7DC}" type="slidenum">
              <a:rPr lang="en-US" smtClean="0"/>
              <a:pPr defTabSz="1088421"/>
              <a:t>‹#›</a:t>
            </a:fld>
            <a:endParaRPr lang="en-US" dirty="0"/>
          </a:p>
        </p:txBody>
      </p:sp>
      <p:sp>
        <p:nvSpPr>
          <p:cNvPr id="2" name="Footer Placeholder">
            <a:extLst>
              <a:ext uri="{FF2B5EF4-FFF2-40B4-BE49-F238E27FC236}">
                <a16:creationId xmlns:a16="http://schemas.microsoft.com/office/drawing/2014/main" id="{3EA3E28B-F7AC-49D0-8E77-F09CC76C6D4C}"/>
              </a:ext>
            </a:extLst>
          </p:cNvPr>
          <p:cNvSpPr>
            <a:spLocks noGrp="1"/>
          </p:cNvSpPr>
          <p:nvPr>
            <p:ph type="ftr" sz="quarter" idx="20"/>
          </p:nvPr>
        </p:nvSpPr>
        <p:spPr/>
        <p:txBody>
          <a:bodyPr/>
          <a:lstStyle>
            <a:lvl1pPr algn="r">
              <a:defRPr>
                <a:solidFill>
                  <a:schemeClr val="tx1"/>
                </a:solidFill>
              </a:defRPr>
            </a:lvl1pPr>
          </a:lstStyle>
          <a:p>
            <a:r>
              <a:rPr lang="en-US"/>
              <a:t>Confidential | Authorized HPE Partner Use Only</a:t>
            </a:r>
            <a:endParaRPr lang="en-US" dirty="0"/>
          </a:p>
        </p:txBody>
      </p:sp>
    </p:spTree>
    <p:extLst>
      <p:ext uri="{BB962C8B-B14F-4D97-AF65-F5344CB8AC3E}">
        <p14:creationId xmlns:p14="http://schemas.microsoft.com/office/powerpoint/2010/main" val="3428420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6" name="Content Placeholder 2"/>
          <p:cNvSpPr>
            <a:spLocks noGrp="1"/>
          </p:cNvSpPr>
          <p:nvPr>
            <p:ph sz="quarter" idx="18"/>
          </p:nvPr>
        </p:nvSpPr>
        <p:spPr>
          <a:xfrm>
            <a:off x="6260021" y="1165860"/>
            <a:ext cx="5523992" cy="5100637"/>
          </a:xfrm>
          <a:prstGeom prst="rect">
            <a:avLst/>
          </a:prstGeo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
          <p:cNvSpPr>
            <a:spLocks noGrp="1"/>
          </p:cNvSpPr>
          <p:nvPr>
            <p:ph sz="quarter" idx="17"/>
          </p:nvPr>
        </p:nvSpPr>
        <p:spPr>
          <a:xfrm>
            <a:off x="385100" y="1165860"/>
            <a:ext cx="5523992" cy="5100637"/>
          </a:xfrm>
          <a:prstGeom prst="rect">
            <a:avLst/>
          </a:prstGeom>
          <a:ln>
            <a:noFill/>
            <a:miter lim="800000"/>
          </a:ln>
        </p:spPr>
        <p:txBody>
          <a:bodyPr lIns="0" rIns="0"/>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7BAE68A-27A7-6C3D-4142-7F3922D49B35}"/>
              </a:ext>
            </a:extLst>
          </p:cNvPr>
          <p:cNvSpPr>
            <a:spLocks noGrp="1"/>
          </p:cNvSpPr>
          <p:nvPr>
            <p:ph type="ftr" sz="quarter" idx="19"/>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99444F98-C525-C008-1B46-B4DCF8808DE4}"/>
              </a:ext>
            </a:extLst>
          </p:cNvPr>
          <p:cNvSpPr>
            <a:spLocks noGrp="1"/>
          </p:cNvSpPr>
          <p:nvPr>
            <p:ph type="sldNum" sz="quarter" idx="20"/>
          </p:nvPr>
        </p:nvSpPr>
        <p:spPr/>
        <p:txBody>
          <a:bodyPr/>
          <a:lstStyle/>
          <a:p>
            <a:fld id="{C0388CE4-E87A-43A8-A4DA-5AAB8529E0B0}" type="slidenum">
              <a:rPr lang="en-US" smtClean="0"/>
              <a:pPr/>
              <a:t>‹#›</a:t>
            </a:fld>
            <a:endParaRPr lang="en-US" dirty="0"/>
          </a:p>
        </p:txBody>
      </p:sp>
      <p:sp>
        <p:nvSpPr>
          <p:cNvPr id="6" name="Title 5">
            <a:extLst>
              <a:ext uri="{FF2B5EF4-FFF2-40B4-BE49-F238E27FC236}">
                <a16:creationId xmlns:a16="http://schemas.microsoft.com/office/drawing/2014/main" id="{34243D16-78B0-BF7E-7EE9-B51138BA7C6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08721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2) and Two Content">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C2D9C38D-0C96-4F06-9088-13547C056F33}"/>
              </a:ext>
            </a:extLst>
          </p:cNvPr>
          <p:cNvSpPr>
            <a:spLocks noGrp="1"/>
          </p:cNvSpPr>
          <p:nvPr>
            <p:ph sz="quarter" idx="25"/>
          </p:nvPr>
        </p:nvSpPr>
        <p:spPr>
          <a:xfrm>
            <a:off x="6260021" y="1541417"/>
            <a:ext cx="5523992" cy="4729841"/>
          </a:xfrm>
          <a:prstGeom prst="rect">
            <a:avLst/>
          </a:prstGeom>
          <a:ln>
            <a:noFill/>
            <a:miter lim="800000"/>
          </a:ln>
        </p:spPr>
        <p:txBody>
          <a:bodyPr lIns="0" tIns="45720" rIns="0" bIns="45720"/>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1">
            <a:extLst>
              <a:ext uri="{FF2B5EF4-FFF2-40B4-BE49-F238E27FC236}">
                <a16:creationId xmlns:a16="http://schemas.microsoft.com/office/drawing/2014/main" id="{790CE829-C5DB-4D0F-8D68-9F31A94FC42A}"/>
              </a:ext>
            </a:extLst>
          </p:cNvPr>
          <p:cNvSpPr>
            <a:spLocks noGrp="1"/>
          </p:cNvSpPr>
          <p:nvPr>
            <p:ph sz="quarter" idx="22"/>
          </p:nvPr>
        </p:nvSpPr>
        <p:spPr>
          <a:xfrm>
            <a:off x="374904" y="1541418"/>
            <a:ext cx="5523992" cy="4729842"/>
          </a:xfrm>
          <a:prstGeom prst="rect">
            <a:avLst/>
          </a:prstGeom>
          <a:ln>
            <a:noFill/>
            <a:miter lim="800000"/>
          </a:ln>
        </p:spPr>
        <p:txBody>
          <a:bodyPr lIns="0" tIns="45720" rIns="91440" bIns="45720"/>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1974DB35-5793-0F87-263A-3DF2B2C452D3}"/>
              </a:ext>
            </a:extLst>
          </p:cNvPr>
          <p:cNvSpPr>
            <a:spLocks noGrp="1"/>
          </p:cNvSpPr>
          <p:nvPr>
            <p:ph type="title" hasCustomPrompt="1"/>
          </p:nvPr>
        </p:nvSpPr>
        <p:spPr>
          <a:xfrm>
            <a:off x="374904" y="393192"/>
            <a:ext cx="11442628" cy="775846"/>
          </a:xfrm>
        </p:spPr>
        <p:txBody>
          <a:bodyPr lIns="0" tIns="0" rIns="91440" bIns="0"/>
          <a:lstStyle>
            <a:lvl1pPr>
              <a:lnSpc>
                <a:spcPct val="90000"/>
              </a:lnSpc>
              <a:spcBef>
                <a:spcPct val="0"/>
              </a:spcBef>
              <a:spcAft>
                <a:spcPts val="0"/>
              </a:spcAft>
              <a:defRPr sz="3000">
                <a:solidFill>
                  <a:schemeClr val="tx1"/>
                </a:solidFill>
              </a:defRPr>
            </a:lvl1pPr>
          </a:lstStyle>
          <a:p>
            <a:r>
              <a:rPr lang="en-US" dirty="0"/>
              <a:t>Click to add</a:t>
            </a:r>
            <a:br>
              <a:rPr lang="en-US" dirty="0"/>
            </a:br>
            <a:r>
              <a:rPr lang="en-US" dirty="0"/>
              <a:t>two-line title</a:t>
            </a:r>
          </a:p>
        </p:txBody>
      </p:sp>
      <p:sp>
        <p:nvSpPr>
          <p:cNvPr id="6" name="Footer Placeholder 5">
            <a:extLst>
              <a:ext uri="{FF2B5EF4-FFF2-40B4-BE49-F238E27FC236}">
                <a16:creationId xmlns:a16="http://schemas.microsoft.com/office/drawing/2014/main" id="{401D58A9-ACB6-18F7-EA6C-D39468541C2F}"/>
              </a:ext>
            </a:extLst>
          </p:cNvPr>
          <p:cNvSpPr>
            <a:spLocks noGrp="1"/>
          </p:cNvSpPr>
          <p:nvPr>
            <p:ph type="ftr" sz="quarter" idx="26"/>
          </p:nvPr>
        </p:nvSpPr>
        <p:spPr/>
        <p:txBody>
          <a:bodyPr/>
          <a:lstStyle>
            <a:lvl1pPr>
              <a:defRPr>
                <a:solidFill>
                  <a:schemeClr val="tx1"/>
                </a:solidFill>
              </a:defRPr>
            </a:lvl1pPr>
          </a:lstStyle>
          <a:p>
            <a:pPr algn="r"/>
            <a:r>
              <a:rPr lang="en-US"/>
              <a:t>Confidential | Authorized HPE Partner Use Only</a:t>
            </a:r>
            <a:endParaRPr lang="en-US" dirty="0"/>
          </a:p>
        </p:txBody>
      </p:sp>
      <p:sp>
        <p:nvSpPr>
          <p:cNvPr id="7" name="Slide Number Placeholder 6">
            <a:extLst>
              <a:ext uri="{FF2B5EF4-FFF2-40B4-BE49-F238E27FC236}">
                <a16:creationId xmlns:a16="http://schemas.microsoft.com/office/drawing/2014/main" id="{56693A83-2C34-7CA2-21A7-C377B3F9D1C2}"/>
              </a:ext>
            </a:extLst>
          </p:cNvPr>
          <p:cNvSpPr>
            <a:spLocks noGrp="1"/>
          </p:cNvSpPr>
          <p:nvPr>
            <p:ph type="sldNum" sz="quarter" idx="27"/>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220796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Subtitle">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C2D9C38D-0C96-4F06-9088-13547C056F33}"/>
              </a:ext>
            </a:extLst>
          </p:cNvPr>
          <p:cNvSpPr>
            <a:spLocks noGrp="1"/>
          </p:cNvSpPr>
          <p:nvPr>
            <p:ph sz="quarter" idx="25"/>
          </p:nvPr>
        </p:nvSpPr>
        <p:spPr>
          <a:xfrm>
            <a:off x="6260021" y="1541418"/>
            <a:ext cx="5523992" cy="4737462"/>
          </a:xfrm>
          <a:prstGeom prst="rect">
            <a:avLst/>
          </a:prstGeom>
          <a:ln>
            <a:noFill/>
            <a:miter lim="800000"/>
          </a:ln>
        </p:spPr>
        <p:txBody>
          <a:bodyPr lIns="0" tIns="45720" rIns="0" bIns="45720"/>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1">
            <a:extLst>
              <a:ext uri="{FF2B5EF4-FFF2-40B4-BE49-F238E27FC236}">
                <a16:creationId xmlns:a16="http://schemas.microsoft.com/office/drawing/2014/main" id="{790CE829-C5DB-4D0F-8D68-9F31A94FC42A}"/>
              </a:ext>
            </a:extLst>
          </p:cNvPr>
          <p:cNvSpPr>
            <a:spLocks noGrp="1"/>
          </p:cNvSpPr>
          <p:nvPr>
            <p:ph sz="quarter" idx="22"/>
          </p:nvPr>
        </p:nvSpPr>
        <p:spPr>
          <a:xfrm>
            <a:off x="374904" y="1541418"/>
            <a:ext cx="5523992" cy="4737462"/>
          </a:xfrm>
          <a:prstGeom prst="rect">
            <a:avLst/>
          </a:prstGeom>
          <a:ln>
            <a:noFill/>
            <a:miter lim="800000"/>
          </a:ln>
        </p:spPr>
        <p:txBody>
          <a:bodyPr lIns="0" tIns="45720" rIns="91440" bIns="4572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ubtitle">
            <a:extLst>
              <a:ext uri="{FF2B5EF4-FFF2-40B4-BE49-F238E27FC236}">
                <a16:creationId xmlns:a16="http://schemas.microsoft.com/office/drawing/2014/main" id="{BE367876-B551-4115-B469-74C12D0C1CE4}"/>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5" name="Title 4">
            <a:extLst>
              <a:ext uri="{FF2B5EF4-FFF2-40B4-BE49-F238E27FC236}">
                <a16:creationId xmlns:a16="http://schemas.microsoft.com/office/drawing/2014/main" id="{1974DB35-5793-0F87-263A-3DF2B2C452D3}"/>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401D58A9-ACB6-18F7-EA6C-D39468541C2F}"/>
              </a:ext>
            </a:extLst>
          </p:cNvPr>
          <p:cNvSpPr>
            <a:spLocks noGrp="1"/>
          </p:cNvSpPr>
          <p:nvPr>
            <p:ph type="ftr" sz="quarter" idx="26"/>
          </p:nvPr>
        </p:nvSpPr>
        <p:spPr/>
        <p:txBody>
          <a:bodyPr/>
          <a:lstStyle>
            <a:lvl1pPr>
              <a:defRPr>
                <a:solidFill>
                  <a:schemeClr val="tx1"/>
                </a:solidFill>
              </a:defRPr>
            </a:lvl1pPr>
          </a:lstStyle>
          <a:p>
            <a:pPr algn="r"/>
            <a:r>
              <a:rPr lang="en-US"/>
              <a:t>Confidential | Authorized HPE Partner Use Only</a:t>
            </a:r>
            <a:endParaRPr lang="en-US" dirty="0"/>
          </a:p>
        </p:txBody>
      </p:sp>
      <p:sp>
        <p:nvSpPr>
          <p:cNvPr id="7" name="Slide Number Placeholder 6">
            <a:extLst>
              <a:ext uri="{FF2B5EF4-FFF2-40B4-BE49-F238E27FC236}">
                <a16:creationId xmlns:a16="http://schemas.microsoft.com/office/drawing/2014/main" id="{56693A83-2C34-7CA2-21A7-C377B3F9D1C2}"/>
              </a:ext>
            </a:extLst>
          </p:cNvPr>
          <p:cNvSpPr>
            <a:spLocks noGrp="1"/>
          </p:cNvSpPr>
          <p:nvPr>
            <p:ph type="sldNum" sz="quarter" idx="27"/>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10866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2), Subtitle and Two Conten">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C2D9C38D-0C96-4F06-9088-13547C056F33}"/>
              </a:ext>
            </a:extLst>
          </p:cNvPr>
          <p:cNvSpPr>
            <a:spLocks noGrp="1"/>
          </p:cNvSpPr>
          <p:nvPr>
            <p:ph sz="quarter" idx="25"/>
          </p:nvPr>
        </p:nvSpPr>
        <p:spPr>
          <a:xfrm>
            <a:off x="6260021" y="1888133"/>
            <a:ext cx="5523992" cy="4383126"/>
          </a:xfrm>
          <a:prstGeom prst="rect">
            <a:avLst/>
          </a:prstGeom>
          <a:ln>
            <a:noFill/>
            <a:miter lim="800000"/>
          </a:ln>
        </p:spPr>
        <p:txBody>
          <a:bodyPr lIns="0" tIns="45720" rIns="0" bIns="45720"/>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1">
            <a:extLst>
              <a:ext uri="{FF2B5EF4-FFF2-40B4-BE49-F238E27FC236}">
                <a16:creationId xmlns:a16="http://schemas.microsoft.com/office/drawing/2014/main" id="{790CE829-C5DB-4D0F-8D68-9F31A94FC42A}"/>
              </a:ext>
            </a:extLst>
          </p:cNvPr>
          <p:cNvSpPr>
            <a:spLocks noGrp="1"/>
          </p:cNvSpPr>
          <p:nvPr>
            <p:ph sz="quarter" idx="22"/>
          </p:nvPr>
        </p:nvSpPr>
        <p:spPr>
          <a:xfrm>
            <a:off x="374904" y="1888132"/>
            <a:ext cx="5523992" cy="4383127"/>
          </a:xfrm>
          <a:prstGeom prst="rect">
            <a:avLst/>
          </a:prstGeom>
          <a:ln>
            <a:noFill/>
            <a:miter lim="800000"/>
          </a:ln>
        </p:spPr>
        <p:txBody>
          <a:bodyPr lIns="0" tIns="45720" rIns="91440" bIns="4572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ubtitle">
            <a:extLst>
              <a:ext uri="{FF2B5EF4-FFF2-40B4-BE49-F238E27FC236}">
                <a16:creationId xmlns:a16="http://schemas.microsoft.com/office/drawing/2014/main" id="{BE367876-B551-4115-B469-74C12D0C1CE4}"/>
              </a:ext>
            </a:extLst>
          </p:cNvPr>
          <p:cNvSpPr>
            <a:spLocks noGrp="1"/>
          </p:cNvSpPr>
          <p:nvPr>
            <p:ph type="body" sz="quarter" idx="13" hasCustomPrompt="1"/>
          </p:nvPr>
        </p:nvSpPr>
        <p:spPr>
          <a:xfrm>
            <a:off x="374904" y="1216152"/>
            <a:ext cx="11433978" cy="369486"/>
          </a:xfrm>
          <a:prstGeom prst="rect">
            <a:avLst/>
          </a:prstGeom>
        </p:spPr>
        <p:txBody>
          <a:bodyPr vert="horz" lIns="0" tIns="0" rIns="0" bIns="45720" rtlCol="0" anchor="ctr">
            <a:noAutofit/>
          </a:bodyPr>
          <a:lstStyle>
            <a:lvl1pPr marL="0" indent="0">
              <a:lnSpc>
                <a:spcPct val="100000"/>
              </a:lnSpc>
              <a:spcBef>
                <a:spcPts val="0"/>
              </a:spcBef>
              <a:spcAft>
                <a:spcPts val="0"/>
              </a:spcAft>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5" name="Title 4">
            <a:extLst>
              <a:ext uri="{FF2B5EF4-FFF2-40B4-BE49-F238E27FC236}">
                <a16:creationId xmlns:a16="http://schemas.microsoft.com/office/drawing/2014/main" id="{1974DB35-5793-0F87-263A-3DF2B2C452D3}"/>
              </a:ext>
            </a:extLst>
          </p:cNvPr>
          <p:cNvSpPr>
            <a:spLocks noGrp="1"/>
          </p:cNvSpPr>
          <p:nvPr>
            <p:ph type="title" hasCustomPrompt="1"/>
          </p:nvPr>
        </p:nvSpPr>
        <p:spPr>
          <a:xfrm>
            <a:off x="374904" y="393192"/>
            <a:ext cx="11442628" cy="775846"/>
          </a:xfrm>
        </p:spPr>
        <p:txBody>
          <a:bodyPr lIns="0" tIns="0" rIns="91440" bIns="0"/>
          <a:lstStyle>
            <a:lvl1pPr>
              <a:lnSpc>
                <a:spcPct val="90000"/>
              </a:lnSpc>
              <a:spcBef>
                <a:spcPct val="0"/>
              </a:spcBef>
              <a:spcAft>
                <a:spcPts val="0"/>
              </a:spcAft>
              <a:defRPr sz="3000">
                <a:solidFill>
                  <a:schemeClr val="tx1"/>
                </a:solidFill>
              </a:defRPr>
            </a:lvl1pPr>
          </a:lstStyle>
          <a:p>
            <a:r>
              <a:rPr lang="en-US" dirty="0"/>
              <a:t>Click to add</a:t>
            </a:r>
            <a:br>
              <a:rPr lang="en-US" dirty="0"/>
            </a:br>
            <a:r>
              <a:rPr lang="en-US" dirty="0"/>
              <a:t>two-line title</a:t>
            </a:r>
          </a:p>
        </p:txBody>
      </p:sp>
      <p:sp>
        <p:nvSpPr>
          <p:cNvPr id="6" name="Footer Placeholder 5">
            <a:extLst>
              <a:ext uri="{FF2B5EF4-FFF2-40B4-BE49-F238E27FC236}">
                <a16:creationId xmlns:a16="http://schemas.microsoft.com/office/drawing/2014/main" id="{401D58A9-ACB6-18F7-EA6C-D39468541C2F}"/>
              </a:ext>
            </a:extLst>
          </p:cNvPr>
          <p:cNvSpPr>
            <a:spLocks noGrp="1"/>
          </p:cNvSpPr>
          <p:nvPr>
            <p:ph type="ftr" sz="quarter" idx="26"/>
          </p:nvPr>
        </p:nvSpPr>
        <p:spPr/>
        <p:txBody>
          <a:bodyPr/>
          <a:lstStyle>
            <a:lvl1pPr>
              <a:defRPr>
                <a:solidFill>
                  <a:schemeClr val="tx1"/>
                </a:solidFill>
              </a:defRPr>
            </a:lvl1pPr>
          </a:lstStyle>
          <a:p>
            <a:pPr algn="r"/>
            <a:r>
              <a:rPr lang="en-US"/>
              <a:t>Confidential | Authorized HPE Partner Use Only</a:t>
            </a:r>
            <a:endParaRPr lang="en-US" dirty="0"/>
          </a:p>
        </p:txBody>
      </p:sp>
      <p:sp>
        <p:nvSpPr>
          <p:cNvPr id="7" name="Slide Number Placeholder 6">
            <a:extLst>
              <a:ext uri="{FF2B5EF4-FFF2-40B4-BE49-F238E27FC236}">
                <a16:creationId xmlns:a16="http://schemas.microsoft.com/office/drawing/2014/main" id="{56693A83-2C34-7CA2-21A7-C377B3F9D1C2}"/>
              </a:ext>
            </a:extLst>
          </p:cNvPr>
          <p:cNvSpPr>
            <a:spLocks noGrp="1"/>
          </p:cNvSpPr>
          <p:nvPr>
            <p:ph type="sldNum" sz="quarter" idx="27"/>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98094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and Headings">
    <p:spTree>
      <p:nvGrpSpPr>
        <p:cNvPr id="1" name=""/>
        <p:cNvGrpSpPr/>
        <p:nvPr/>
      </p:nvGrpSpPr>
      <p:grpSpPr>
        <a:xfrm>
          <a:off x="0" y="0"/>
          <a:ext cx="0" cy="0"/>
          <a:chOff x="0" y="0"/>
          <a:chExt cx="0" cy="0"/>
        </a:xfrm>
      </p:grpSpPr>
      <p:sp>
        <p:nvSpPr>
          <p:cNvPr id="22" name="Content Placeholder 14"/>
          <p:cNvSpPr>
            <a:spLocks noGrp="1"/>
          </p:cNvSpPr>
          <p:nvPr>
            <p:ph sz="quarter" idx="17"/>
          </p:nvPr>
        </p:nvSpPr>
        <p:spPr>
          <a:xfrm>
            <a:off x="374904" y="1541418"/>
            <a:ext cx="5523992" cy="4729842"/>
          </a:xfrm>
          <a:prstGeom prst="rect">
            <a:avLst/>
          </a:prstGeom>
          <a:ln>
            <a:noFill/>
            <a:miter lim="800000"/>
          </a:ln>
        </p:spPr>
        <p:txBody>
          <a:bodyPr lIns="0" tIns="45720" rIns="91440" bIns="45720"/>
          <a:lstStyle>
            <a:lvl1pPr>
              <a:spcAft>
                <a:spcPts val="0"/>
              </a:spcAft>
              <a:defRPr>
                <a:solidFill>
                  <a:schemeClr val="tx1"/>
                </a:solidFill>
                <a:latin typeface="HPE Graphik" pitchFamily="50" charset="0"/>
              </a:defRPr>
            </a:lvl1pPr>
            <a:lvl2pPr>
              <a:spcAft>
                <a:spcPts val="0"/>
              </a:spcAft>
              <a:defRPr>
                <a:solidFill>
                  <a:schemeClr val="tx1"/>
                </a:solidFill>
                <a:latin typeface="HPE Graphik" pitchFamily="50" charset="0"/>
              </a:defRPr>
            </a:lvl2pPr>
            <a:lvl3pPr>
              <a:spcAft>
                <a:spcPts val="0"/>
              </a:spcAft>
              <a:defRPr>
                <a:solidFill>
                  <a:schemeClr val="tx1"/>
                </a:solidFill>
                <a:latin typeface="HPE Graphik" pitchFamily="50" charset="0"/>
              </a:defRPr>
            </a:lvl3pPr>
            <a:lvl4pPr>
              <a:spcAft>
                <a:spcPts val="0"/>
              </a:spcAft>
              <a:defRPr>
                <a:solidFill>
                  <a:schemeClr val="tx1"/>
                </a:solidFill>
                <a:latin typeface="HPE Graphik" pitchFamily="50" charset="0"/>
              </a:defRPr>
            </a:lvl4pPr>
            <a:lvl5pPr>
              <a:spcAft>
                <a:spcPts val="0"/>
              </a:spcAft>
              <a:defRPr>
                <a:solidFill>
                  <a:schemeClr val="tx1"/>
                </a:solidFill>
                <a:latin typeface="HPE Graphik" pitchFamily="50"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7"/>
          <p:cNvSpPr>
            <a:spLocks noGrp="1"/>
          </p:cNvSpPr>
          <p:nvPr>
            <p:ph type="body" sz="quarter" idx="19" hasCustomPrompt="1"/>
          </p:nvPr>
        </p:nvSpPr>
        <p:spPr>
          <a:xfrm>
            <a:off x="374903" y="1129022"/>
            <a:ext cx="5523992" cy="369486"/>
          </a:xfrm>
          <a:prstGeom prst="rect">
            <a:avLst/>
          </a:prstGeo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25" name="Content Placeholder 14"/>
          <p:cNvSpPr>
            <a:spLocks noGrp="1"/>
          </p:cNvSpPr>
          <p:nvPr>
            <p:ph sz="quarter" idx="20"/>
          </p:nvPr>
        </p:nvSpPr>
        <p:spPr>
          <a:xfrm>
            <a:off x="6260021" y="1541418"/>
            <a:ext cx="5523992" cy="4729842"/>
          </a:xfrm>
          <a:prstGeom prst="rect">
            <a:avLst/>
          </a:prstGeom>
          <a:ln>
            <a:noFill/>
            <a:miter lim="800000"/>
          </a:ln>
        </p:spPr>
        <p:txBody>
          <a:bodyPr lIns="0" tIns="45720" rIns="0" bIns="45720"/>
          <a:lstStyle>
            <a:lvl1pPr>
              <a:spcAft>
                <a:spcPts val="0"/>
              </a:spcAft>
              <a:defRPr>
                <a:solidFill>
                  <a:srgbClr val="292D3A"/>
                </a:solidFill>
                <a:latin typeface="HPE Graphik" pitchFamily="50" charset="0"/>
              </a:defRPr>
            </a:lvl1pPr>
            <a:lvl2pPr>
              <a:spcAft>
                <a:spcPts val="0"/>
              </a:spcAft>
              <a:defRPr>
                <a:solidFill>
                  <a:srgbClr val="292D3A"/>
                </a:solidFill>
                <a:latin typeface="HPE Graphik" pitchFamily="50" charset="0"/>
              </a:defRPr>
            </a:lvl2pPr>
            <a:lvl3pPr>
              <a:spcAft>
                <a:spcPts val="0"/>
              </a:spcAft>
              <a:defRPr>
                <a:solidFill>
                  <a:srgbClr val="292D3A"/>
                </a:solidFill>
                <a:latin typeface="HPE Graphik" pitchFamily="50" charset="0"/>
              </a:defRPr>
            </a:lvl3pPr>
            <a:lvl4pPr>
              <a:spcAft>
                <a:spcPts val="0"/>
              </a:spcAft>
              <a:defRPr>
                <a:solidFill>
                  <a:srgbClr val="292D3A"/>
                </a:solidFill>
                <a:latin typeface="HPE Graphik" pitchFamily="50" charset="0"/>
              </a:defRPr>
            </a:lvl4pPr>
            <a:lvl5pPr>
              <a:spcAft>
                <a:spcPts val="0"/>
              </a:spcAft>
              <a:defRPr>
                <a:solidFill>
                  <a:srgbClr val="292D3A"/>
                </a:solidFill>
                <a:latin typeface="HPE Graphik" pitchFamily="50"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7"/>
          <p:cNvSpPr>
            <a:spLocks noGrp="1"/>
          </p:cNvSpPr>
          <p:nvPr>
            <p:ph type="body" sz="quarter" idx="21" hasCustomPrompt="1"/>
          </p:nvPr>
        </p:nvSpPr>
        <p:spPr>
          <a:xfrm>
            <a:off x="6260399" y="1129022"/>
            <a:ext cx="5523992" cy="369486"/>
          </a:xfrm>
          <a:prstGeom prst="rect">
            <a:avLst/>
          </a:prstGeo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rgbClr val="292D3A"/>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4" name="Title 3">
            <a:extLst>
              <a:ext uri="{FF2B5EF4-FFF2-40B4-BE49-F238E27FC236}">
                <a16:creationId xmlns:a16="http://schemas.microsoft.com/office/drawing/2014/main" id="{73A8584B-E718-4F58-9AF1-BDBF5AD7FFFE}"/>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6A21F8B9-A226-C863-E39B-92687650DAAD}"/>
              </a:ext>
            </a:extLst>
          </p:cNvPr>
          <p:cNvSpPr>
            <a:spLocks noGrp="1"/>
          </p:cNvSpPr>
          <p:nvPr>
            <p:ph type="ftr" sz="quarter" idx="22"/>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C22C88C5-7051-4300-5EDA-B8F76B6C396C}"/>
              </a:ext>
            </a:extLst>
          </p:cNvPr>
          <p:cNvSpPr>
            <a:spLocks noGrp="1"/>
          </p:cNvSpPr>
          <p:nvPr>
            <p:ph type="sldNum" sz="quarter" idx="23"/>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124921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Subtitle and Headings">
    <p:spTree>
      <p:nvGrpSpPr>
        <p:cNvPr id="1" name=""/>
        <p:cNvGrpSpPr/>
        <p:nvPr/>
      </p:nvGrpSpPr>
      <p:grpSpPr>
        <a:xfrm>
          <a:off x="0" y="0"/>
          <a:ext cx="0" cy="0"/>
          <a:chOff x="0" y="0"/>
          <a:chExt cx="0" cy="0"/>
        </a:xfrm>
      </p:grpSpPr>
      <p:sp>
        <p:nvSpPr>
          <p:cNvPr id="28" name="Content Placeholder 2">
            <a:extLst>
              <a:ext uri="{FF2B5EF4-FFF2-40B4-BE49-F238E27FC236}">
                <a16:creationId xmlns:a16="http://schemas.microsoft.com/office/drawing/2014/main" id="{C2D9C38D-0C96-4F06-9088-13547C056F33}"/>
              </a:ext>
            </a:extLst>
          </p:cNvPr>
          <p:cNvSpPr>
            <a:spLocks noGrp="1"/>
          </p:cNvSpPr>
          <p:nvPr>
            <p:ph sz="quarter" idx="25"/>
          </p:nvPr>
        </p:nvSpPr>
        <p:spPr>
          <a:xfrm>
            <a:off x="6260021" y="1888133"/>
            <a:ext cx="5523992" cy="4390746"/>
          </a:xfrm>
          <a:prstGeom prst="rect">
            <a:avLst/>
          </a:prstGeom>
          <a:ln>
            <a:noFill/>
            <a:miter lim="800000"/>
          </a:ln>
        </p:spPr>
        <p:txBody>
          <a:bodyPr lIns="0" tIns="45720" rIns="0" bIns="45720"/>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Heading 2">
            <a:extLst>
              <a:ext uri="{FF2B5EF4-FFF2-40B4-BE49-F238E27FC236}">
                <a16:creationId xmlns:a16="http://schemas.microsoft.com/office/drawing/2014/main" id="{0F35A58C-1284-494F-A5A7-A8680CA3222B}"/>
              </a:ext>
            </a:extLst>
          </p:cNvPr>
          <p:cNvSpPr>
            <a:spLocks noGrp="1"/>
          </p:cNvSpPr>
          <p:nvPr>
            <p:ph type="body" sz="quarter" idx="21" hasCustomPrompt="1"/>
          </p:nvPr>
        </p:nvSpPr>
        <p:spPr>
          <a:xfrm>
            <a:off x="6260021" y="1473135"/>
            <a:ext cx="5523992" cy="369486"/>
          </a:xfrm>
          <a:prstGeom prst="rect">
            <a:avLst/>
          </a:prstGeo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21" name="Content Placeholder 1">
            <a:extLst>
              <a:ext uri="{FF2B5EF4-FFF2-40B4-BE49-F238E27FC236}">
                <a16:creationId xmlns:a16="http://schemas.microsoft.com/office/drawing/2014/main" id="{790CE829-C5DB-4D0F-8D68-9F31A94FC42A}"/>
              </a:ext>
            </a:extLst>
          </p:cNvPr>
          <p:cNvSpPr>
            <a:spLocks noGrp="1"/>
          </p:cNvSpPr>
          <p:nvPr>
            <p:ph sz="quarter" idx="22"/>
          </p:nvPr>
        </p:nvSpPr>
        <p:spPr>
          <a:xfrm>
            <a:off x="374904" y="1888132"/>
            <a:ext cx="5523992" cy="4390747"/>
          </a:xfrm>
          <a:prstGeom prst="rect">
            <a:avLst/>
          </a:prstGeom>
          <a:ln>
            <a:noFill/>
            <a:miter lim="800000"/>
          </a:ln>
        </p:spPr>
        <p:txBody>
          <a:bodyPr lIns="0" tIns="45720" rIns="91440" bIns="45720"/>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Heading 1">
            <a:extLst>
              <a:ext uri="{FF2B5EF4-FFF2-40B4-BE49-F238E27FC236}">
                <a16:creationId xmlns:a16="http://schemas.microsoft.com/office/drawing/2014/main" id="{4FFD9C8F-5583-4BD3-BF48-097D5D045AD4}"/>
              </a:ext>
            </a:extLst>
          </p:cNvPr>
          <p:cNvSpPr>
            <a:spLocks noGrp="1"/>
          </p:cNvSpPr>
          <p:nvPr>
            <p:ph type="body" sz="quarter" idx="23" hasCustomPrompt="1"/>
          </p:nvPr>
        </p:nvSpPr>
        <p:spPr>
          <a:xfrm>
            <a:off x="374904" y="1473135"/>
            <a:ext cx="5523992" cy="369486"/>
          </a:xfrm>
          <a:prstGeom prst="rect">
            <a:avLst/>
          </a:prstGeom>
          <a:ln>
            <a:noFill/>
            <a:miter lim="800000"/>
          </a:ln>
        </p:spPr>
        <p:txBody>
          <a:bodyPr lIns="0" tIns="0" rIns="91440" bIns="45720">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one-line heading</a:t>
            </a:r>
          </a:p>
        </p:txBody>
      </p:sp>
      <p:sp>
        <p:nvSpPr>
          <p:cNvPr id="15" name="Subtitle">
            <a:extLst>
              <a:ext uri="{FF2B5EF4-FFF2-40B4-BE49-F238E27FC236}">
                <a16:creationId xmlns:a16="http://schemas.microsoft.com/office/drawing/2014/main" id="{BE367876-B551-4115-B469-74C12D0C1CE4}"/>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4" name="Title">
            <a:extLst>
              <a:ext uri="{FF2B5EF4-FFF2-40B4-BE49-F238E27FC236}">
                <a16:creationId xmlns:a16="http://schemas.microsoft.com/office/drawing/2014/main" id="{5B4DC083-771D-42FC-A297-31FED015807F}"/>
              </a:ext>
            </a:extLst>
          </p:cNvPr>
          <p:cNvSpPr>
            <a:spLocks noGrp="1"/>
          </p:cNvSpPr>
          <p:nvPr>
            <p:ph type="title"/>
          </p:nvPr>
        </p:nvSpPr>
        <p:spPr>
          <a:xfrm>
            <a:off x="374904" y="393192"/>
            <a:ext cx="11433978" cy="415498"/>
          </a:xfrm>
        </p:spPr>
        <p:txBody>
          <a:bodyPr lIns="0" tIns="0" rIns="91440" bIns="0"/>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1902BBC2-BD44-DEAF-58E4-737CC53BBBD3}"/>
              </a:ext>
            </a:extLst>
          </p:cNvPr>
          <p:cNvSpPr>
            <a:spLocks noGrp="1"/>
          </p:cNvSpPr>
          <p:nvPr>
            <p:ph type="ftr" sz="quarter" idx="26"/>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38DD5D5E-5ECA-A659-E4D1-059428798A68}"/>
              </a:ext>
            </a:extLst>
          </p:cNvPr>
          <p:cNvSpPr>
            <a:spLocks noGrp="1"/>
          </p:cNvSpPr>
          <p:nvPr>
            <p:ph type="sldNum" sz="quarter" idx="27"/>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872547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0" name="Content Placeholder 3"/>
          <p:cNvSpPr>
            <a:spLocks noGrp="1"/>
          </p:cNvSpPr>
          <p:nvPr>
            <p:ph sz="quarter" idx="19"/>
          </p:nvPr>
        </p:nvSpPr>
        <p:spPr>
          <a:xfrm>
            <a:off x="8152474" y="1165860"/>
            <a:ext cx="3628711" cy="510063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2"/>
          <p:cNvSpPr>
            <a:spLocks noGrp="1"/>
          </p:cNvSpPr>
          <p:nvPr>
            <p:ph sz="quarter" idx="18"/>
          </p:nvPr>
        </p:nvSpPr>
        <p:spPr>
          <a:xfrm>
            <a:off x="4268787" y="1165860"/>
            <a:ext cx="3628711" cy="510063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1"/>
          <p:cNvSpPr>
            <a:spLocks noGrp="1"/>
          </p:cNvSpPr>
          <p:nvPr>
            <p:ph sz="quarter" idx="17"/>
          </p:nvPr>
        </p:nvSpPr>
        <p:spPr>
          <a:xfrm>
            <a:off x="385100" y="1165860"/>
            <a:ext cx="3628711" cy="510063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a:extLst>
              <a:ext uri="{FF2B5EF4-FFF2-40B4-BE49-F238E27FC236}">
                <a16:creationId xmlns:a16="http://schemas.microsoft.com/office/drawing/2014/main" id="{EAC09279-0D09-4109-A953-16A88732F6EC}"/>
              </a:ext>
            </a:extLst>
          </p:cNvPr>
          <p:cNvSpPr>
            <a:spLocks noGrp="1"/>
          </p:cNvSpPr>
          <p:nvPr>
            <p:ph type="title"/>
          </p:nvPr>
        </p:nvSpPr>
        <p:spPr>
          <a:xfrm>
            <a:off x="374904" y="393192"/>
            <a:ext cx="11433978" cy="415498"/>
          </a:xfrm>
        </p:spPr>
        <p:txBody>
          <a:bodyPr lIns="0" tIns="0" rIns="91440" bIns="0" anchor="t"/>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107EAFD6-415C-88F0-6EE5-4D5D4B8A954E}"/>
              </a:ext>
            </a:extLst>
          </p:cNvPr>
          <p:cNvSpPr>
            <a:spLocks noGrp="1"/>
          </p:cNvSpPr>
          <p:nvPr>
            <p:ph type="ftr" sz="quarter" idx="20"/>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D781A8C7-DBC3-6CA7-393A-B76EB01BD15A}"/>
              </a:ext>
            </a:extLst>
          </p:cNvPr>
          <p:cNvSpPr>
            <a:spLocks noGrp="1"/>
          </p:cNvSpPr>
          <p:nvPr>
            <p:ph type="sldNum" sz="quarter" idx="21"/>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924481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2) and Three Content">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93031B0-6E1E-B6BC-F704-43FCCED1C6F5}"/>
              </a:ext>
            </a:extLst>
          </p:cNvPr>
          <p:cNvSpPr>
            <a:spLocks noGrp="1"/>
          </p:cNvSpPr>
          <p:nvPr>
            <p:ph type="title" hasCustomPrompt="1"/>
          </p:nvPr>
        </p:nvSpPr>
        <p:spPr>
          <a:xfrm>
            <a:off x="374904" y="393192"/>
            <a:ext cx="11442628" cy="775846"/>
          </a:xfrm>
        </p:spPr>
        <p:txBody>
          <a:bodyPr lIns="0" tIns="0" rIns="91440" bIns="0" anchor="t" anchorCtr="0"/>
          <a:lstStyle>
            <a:lvl1pPr>
              <a:lnSpc>
                <a:spcPct val="90000"/>
              </a:lnSpc>
              <a:spcBef>
                <a:spcPct val="0"/>
              </a:spcBef>
              <a:spcAft>
                <a:spcPts val="0"/>
              </a:spcAft>
              <a:defRPr sz="3000">
                <a:solidFill>
                  <a:schemeClr val="tx1"/>
                </a:solidFill>
              </a:defRPr>
            </a:lvl1pPr>
          </a:lstStyle>
          <a:p>
            <a:r>
              <a:rPr lang="en-US" dirty="0"/>
              <a:t>Click to add</a:t>
            </a:r>
            <a:br>
              <a:rPr lang="en-US" dirty="0"/>
            </a:br>
            <a:r>
              <a:rPr lang="en-US" dirty="0"/>
              <a:t>two-line title</a:t>
            </a:r>
          </a:p>
        </p:txBody>
      </p:sp>
      <p:pic>
        <p:nvPicPr>
          <p:cNvPr id="6" name="Graphic 5">
            <a:extLst>
              <a:ext uri="{FF2B5EF4-FFF2-40B4-BE49-F238E27FC236}">
                <a16:creationId xmlns:a16="http://schemas.microsoft.com/office/drawing/2014/main" id="{B7A4816A-A410-795D-BEA0-AED8FFD5F45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374651" y="6402311"/>
            <a:ext cx="527812" cy="150888"/>
          </a:xfrm>
          <a:prstGeom prst="rect">
            <a:avLst/>
          </a:prstGeom>
        </p:spPr>
      </p:pic>
      <p:sp>
        <p:nvSpPr>
          <p:cNvPr id="4" name="Footer Placeholder 3">
            <a:extLst>
              <a:ext uri="{FF2B5EF4-FFF2-40B4-BE49-F238E27FC236}">
                <a16:creationId xmlns:a16="http://schemas.microsoft.com/office/drawing/2014/main" id="{CE1CB3F7-BD80-2E75-509D-9F8010556A92}"/>
              </a:ext>
            </a:extLst>
          </p:cNvPr>
          <p:cNvSpPr>
            <a:spLocks noGrp="1"/>
          </p:cNvSpPr>
          <p:nvPr>
            <p:ph type="ftr" sz="quarter" idx="19"/>
          </p:nvPr>
        </p:nvSpPr>
        <p:spPr/>
        <p:txBody>
          <a:bodyPr/>
          <a:lstStyle>
            <a:lvl1pPr>
              <a:defRPr>
                <a:solidFill>
                  <a:schemeClr val="tx1"/>
                </a:solidFill>
              </a:defRPr>
            </a:lvl1p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9199F5B5-25C5-2F5D-8947-057651169F83}"/>
              </a:ext>
            </a:extLst>
          </p:cNvPr>
          <p:cNvSpPr>
            <a:spLocks noGrp="1"/>
          </p:cNvSpPr>
          <p:nvPr>
            <p:ph type="sldNum" sz="quarter" idx="20"/>
          </p:nvPr>
        </p:nvSpPr>
        <p:spPr/>
        <p:txBody>
          <a:bodyPr/>
          <a:lstStyle>
            <a:lvl1pPr>
              <a:defRPr>
                <a:solidFill>
                  <a:schemeClr val="tx1"/>
                </a:solidFill>
              </a:defRPr>
            </a:lvl1pPr>
          </a:lstStyle>
          <a:p>
            <a:fld id="{C0388CE4-E87A-43A8-A4DA-5AAB8529E0B0}" type="slidenum">
              <a:rPr lang="en-US" smtClean="0"/>
              <a:pPr/>
              <a:t>‹#›</a:t>
            </a:fld>
            <a:endParaRPr lang="en-US" dirty="0"/>
          </a:p>
        </p:txBody>
      </p:sp>
      <p:sp>
        <p:nvSpPr>
          <p:cNvPr id="12" name="Content Placeholder 3">
            <a:extLst>
              <a:ext uri="{FF2B5EF4-FFF2-40B4-BE49-F238E27FC236}">
                <a16:creationId xmlns:a16="http://schemas.microsoft.com/office/drawing/2014/main" id="{CE933D73-FF2E-5038-2928-57B052E6DEC6}"/>
              </a:ext>
            </a:extLst>
          </p:cNvPr>
          <p:cNvSpPr>
            <a:spLocks noGrp="1"/>
          </p:cNvSpPr>
          <p:nvPr>
            <p:ph sz="quarter" idx="22"/>
          </p:nvPr>
        </p:nvSpPr>
        <p:spPr>
          <a:xfrm>
            <a:off x="8186492"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a:extLst>
              <a:ext uri="{FF2B5EF4-FFF2-40B4-BE49-F238E27FC236}">
                <a16:creationId xmlns:a16="http://schemas.microsoft.com/office/drawing/2014/main" id="{C5CFBF7C-9A9D-283B-3040-62F4E8BBA2B8}"/>
              </a:ext>
            </a:extLst>
          </p:cNvPr>
          <p:cNvSpPr>
            <a:spLocks noGrp="1"/>
          </p:cNvSpPr>
          <p:nvPr>
            <p:ph sz="quarter" idx="18"/>
          </p:nvPr>
        </p:nvSpPr>
        <p:spPr>
          <a:xfrm>
            <a:off x="4276344"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
            <a:extLst>
              <a:ext uri="{FF2B5EF4-FFF2-40B4-BE49-F238E27FC236}">
                <a16:creationId xmlns:a16="http://schemas.microsoft.com/office/drawing/2014/main" id="{0B5786B1-1D78-07AE-99E2-9ACA6A302D5C}"/>
              </a:ext>
            </a:extLst>
          </p:cNvPr>
          <p:cNvSpPr>
            <a:spLocks noGrp="1"/>
          </p:cNvSpPr>
          <p:nvPr>
            <p:ph sz="quarter" idx="17"/>
          </p:nvPr>
        </p:nvSpPr>
        <p:spPr>
          <a:xfrm>
            <a:off x="374904"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704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ntent, Subtitle">
    <p:spTree>
      <p:nvGrpSpPr>
        <p:cNvPr id="1" name=""/>
        <p:cNvGrpSpPr/>
        <p:nvPr/>
      </p:nvGrpSpPr>
      <p:grpSpPr>
        <a:xfrm>
          <a:off x="0" y="0"/>
          <a:ext cx="0" cy="0"/>
          <a:chOff x="0" y="0"/>
          <a:chExt cx="0" cy="0"/>
        </a:xfrm>
      </p:grpSpPr>
      <p:sp>
        <p:nvSpPr>
          <p:cNvPr id="14" name="Subtitle">
            <a:extLst>
              <a:ext uri="{FF2B5EF4-FFF2-40B4-BE49-F238E27FC236}">
                <a16:creationId xmlns:a16="http://schemas.microsoft.com/office/drawing/2014/main" id="{C831EBB5-21C4-4F56-9D7F-EDB7844B96AF}"/>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4" name="Title">
            <a:extLst>
              <a:ext uri="{FF2B5EF4-FFF2-40B4-BE49-F238E27FC236}">
                <a16:creationId xmlns:a16="http://schemas.microsoft.com/office/drawing/2014/main" id="{C9EF0ECA-DE60-41FE-A905-507AB710EE5B}"/>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1074A59D-DDE4-4FB2-838A-D5C8E7AD19E1}"/>
              </a:ext>
            </a:extLst>
          </p:cNvPr>
          <p:cNvSpPr>
            <a:spLocks noGrp="1"/>
          </p:cNvSpPr>
          <p:nvPr>
            <p:ph sz="quarter" idx="22"/>
          </p:nvPr>
        </p:nvSpPr>
        <p:spPr>
          <a:xfrm>
            <a:off x="8186492"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2">
            <a:extLst>
              <a:ext uri="{FF2B5EF4-FFF2-40B4-BE49-F238E27FC236}">
                <a16:creationId xmlns:a16="http://schemas.microsoft.com/office/drawing/2014/main" id="{F2DA2588-EB78-4045-A57D-317AA672516D}"/>
              </a:ext>
            </a:extLst>
          </p:cNvPr>
          <p:cNvSpPr>
            <a:spLocks noGrp="1"/>
          </p:cNvSpPr>
          <p:nvPr>
            <p:ph sz="quarter" idx="18"/>
          </p:nvPr>
        </p:nvSpPr>
        <p:spPr>
          <a:xfrm>
            <a:off x="4276344"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Content Placeholder 1">
            <a:extLst>
              <a:ext uri="{FF2B5EF4-FFF2-40B4-BE49-F238E27FC236}">
                <a16:creationId xmlns:a16="http://schemas.microsoft.com/office/drawing/2014/main" id="{31336B0C-F91E-47D8-936F-836334818CB0}"/>
              </a:ext>
            </a:extLst>
          </p:cNvPr>
          <p:cNvSpPr>
            <a:spLocks noGrp="1"/>
          </p:cNvSpPr>
          <p:nvPr>
            <p:ph sz="quarter" idx="17"/>
          </p:nvPr>
        </p:nvSpPr>
        <p:spPr>
          <a:xfrm>
            <a:off x="374904"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715285DB-111F-371C-CCBA-1DD3F3E0D338}"/>
              </a:ext>
            </a:extLst>
          </p:cNvPr>
          <p:cNvSpPr>
            <a:spLocks noGrp="1"/>
          </p:cNvSpPr>
          <p:nvPr>
            <p:ph type="ftr" sz="quarter" idx="23"/>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B08A4F95-E980-ECB5-112F-5B4A2D0D7706}"/>
              </a:ext>
            </a:extLst>
          </p:cNvPr>
          <p:cNvSpPr>
            <a:spLocks noGrp="1"/>
          </p:cNvSpPr>
          <p:nvPr>
            <p:ph type="sldNum" sz="quarter" idx="24"/>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022942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2), Subtitle and Three Content">
    <p:bg>
      <p:bgPr>
        <a:solidFill>
          <a:schemeClr val="bg1"/>
        </a:solidFill>
        <a:effectLst/>
      </p:bgPr>
    </p:bg>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2160BF6E-DA8E-1A7C-AB98-3EE8B0248F75}"/>
              </a:ext>
            </a:extLst>
          </p:cNvPr>
          <p:cNvSpPr>
            <a:spLocks noGrp="1"/>
          </p:cNvSpPr>
          <p:nvPr>
            <p:ph type="body" sz="quarter" idx="13" hasCustomPrompt="1"/>
          </p:nvPr>
        </p:nvSpPr>
        <p:spPr>
          <a:xfrm>
            <a:off x="374904" y="1216152"/>
            <a:ext cx="11442626" cy="369486"/>
          </a:xfrm>
          <a:prstGeom prst="rect">
            <a:avLst/>
          </a:prstGeom>
        </p:spPr>
        <p:txBody>
          <a:bodyPr tIns="0"/>
          <a:lstStyle>
            <a:lvl1pPr>
              <a:defRPr sz="2000">
                <a:solidFill>
                  <a:schemeClr val="tx1"/>
                </a:solidFill>
              </a:defRPr>
            </a:lvl1pPr>
          </a:lstStyle>
          <a:p>
            <a:pPr lvl="0"/>
            <a:r>
              <a:rPr lang="en-US"/>
              <a:t>Optional subhead placeholder</a:t>
            </a:r>
          </a:p>
        </p:txBody>
      </p:sp>
      <p:sp>
        <p:nvSpPr>
          <p:cNvPr id="10" name="Title 9">
            <a:extLst>
              <a:ext uri="{FF2B5EF4-FFF2-40B4-BE49-F238E27FC236}">
                <a16:creationId xmlns:a16="http://schemas.microsoft.com/office/drawing/2014/main" id="{F93031B0-6E1E-B6BC-F704-43FCCED1C6F5}"/>
              </a:ext>
            </a:extLst>
          </p:cNvPr>
          <p:cNvSpPr>
            <a:spLocks noGrp="1"/>
          </p:cNvSpPr>
          <p:nvPr>
            <p:ph type="title" hasCustomPrompt="1"/>
          </p:nvPr>
        </p:nvSpPr>
        <p:spPr>
          <a:xfrm>
            <a:off x="374904" y="393192"/>
            <a:ext cx="11442628" cy="775846"/>
          </a:xfrm>
        </p:spPr>
        <p:txBody>
          <a:bodyPr lIns="0" tIns="0" rIns="91440" bIns="0" anchor="t"/>
          <a:lstStyle>
            <a:lvl1pPr>
              <a:lnSpc>
                <a:spcPct val="90000"/>
              </a:lnSpc>
              <a:spcBef>
                <a:spcPct val="0"/>
              </a:spcBef>
              <a:spcAft>
                <a:spcPts val="0"/>
              </a:spcAft>
              <a:defRPr sz="3000">
                <a:solidFill>
                  <a:schemeClr val="tx1"/>
                </a:solidFill>
              </a:defRPr>
            </a:lvl1pPr>
          </a:lstStyle>
          <a:p>
            <a:r>
              <a:rPr lang="en-US" dirty="0"/>
              <a:t>Click to add</a:t>
            </a:r>
            <a:br>
              <a:rPr lang="en-US" dirty="0"/>
            </a:br>
            <a:r>
              <a:rPr lang="en-US" dirty="0"/>
              <a:t>two-line title</a:t>
            </a:r>
          </a:p>
        </p:txBody>
      </p:sp>
      <p:pic>
        <p:nvPicPr>
          <p:cNvPr id="6" name="Graphic 5">
            <a:extLst>
              <a:ext uri="{FF2B5EF4-FFF2-40B4-BE49-F238E27FC236}">
                <a16:creationId xmlns:a16="http://schemas.microsoft.com/office/drawing/2014/main" id="{B7A4816A-A410-795D-BEA0-AED8FFD5F45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374651" y="6402311"/>
            <a:ext cx="527812" cy="150888"/>
          </a:xfrm>
          <a:prstGeom prst="rect">
            <a:avLst/>
          </a:prstGeom>
        </p:spPr>
      </p:pic>
      <p:sp>
        <p:nvSpPr>
          <p:cNvPr id="4" name="Footer Placeholder 3">
            <a:extLst>
              <a:ext uri="{FF2B5EF4-FFF2-40B4-BE49-F238E27FC236}">
                <a16:creationId xmlns:a16="http://schemas.microsoft.com/office/drawing/2014/main" id="{B06B5E63-2A42-E758-4078-93602512C48E}"/>
              </a:ext>
            </a:extLst>
          </p:cNvPr>
          <p:cNvSpPr>
            <a:spLocks noGrp="1"/>
          </p:cNvSpPr>
          <p:nvPr>
            <p:ph type="ftr" sz="quarter" idx="19"/>
          </p:nvPr>
        </p:nvSpPr>
        <p:spPr/>
        <p:txBody>
          <a:bodyPr/>
          <a:lstStyle>
            <a:lvl1pPr>
              <a:defRPr>
                <a:solidFill>
                  <a:schemeClr val="tx1"/>
                </a:solidFill>
              </a:defRPr>
            </a:lvl1pPr>
          </a:lstStyle>
          <a:p>
            <a:pPr algn="r"/>
            <a:r>
              <a:rPr lang="en-US"/>
              <a:t>Confidential | Authorized HPE Partner Use Only</a:t>
            </a:r>
            <a:endParaRPr lang="en-US" dirty="0"/>
          </a:p>
        </p:txBody>
      </p:sp>
      <p:sp>
        <p:nvSpPr>
          <p:cNvPr id="7" name="Slide Number Placeholder 6">
            <a:extLst>
              <a:ext uri="{FF2B5EF4-FFF2-40B4-BE49-F238E27FC236}">
                <a16:creationId xmlns:a16="http://schemas.microsoft.com/office/drawing/2014/main" id="{73BBC2BF-0D27-EE97-15E2-3172489A9EFE}"/>
              </a:ext>
            </a:extLst>
          </p:cNvPr>
          <p:cNvSpPr>
            <a:spLocks noGrp="1"/>
          </p:cNvSpPr>
          <p:nvPr>
            <p:ph type="sldNum" sz="quarter" idx="20"/>
          </p:nvPr>
        </p:nvSpPr>
        <p:spPr/>
        <p:txBody>
          <a:bodyPr/>
          <a:lstStyle>
            <a:lvl1pPr>
              <a:defRPr>
                <a:solidFill>
                  <a:schemeClr val="tx1"/>
                </a:solidFill>
              </a:defRPr>
            </a:lvl1pPr>
          </a:lstStyle>
          <a:p>
            <a:fld id="{C0388CE4-E87A-43A8-A4DA-5AAB8529E0B0}" type="slidenum">
              <a:rPr lang="en-US" smtClean="0"/>
              <a:pPr/>
              <a:t>‹#›</a:t>
            </a:fld>
            <a:endParaRPr lang="en-US" dirty="0"/>
          </a:p>
        </p:txBody>
      </p:sp>
      <p:sp>
        <p:nvSpPr>
          <p:cNvPr id="2" name="Content Placeholder 3">
            <a:extLst>
              <a:ext uri="{FF2B5EF4-FFF2-40B4-BE49-F238E27FC236}">
                <a16:creationId xmlns:a16="http://schemas.microsoft.com/office/drawing/2014/main" id="{E1F0C114-EFF4-4AC2-300D-DD8958809D03}"/>
              </a:ext>
            </a:extLst>
          </p:cNvPr>
          <p:cNvSpPr>
            <a:spLocks noGrp="1"/>
          </p:cNvSpPr>
          <p:nvPr>
            <p:ph sz="quarter" idx="22"/>
          </p:nvPr>
        </p:nvSpPr>
        <p:spPr>
          <a:xfrm>
            <a:off x="8146122" y="1896841"/>
            <a:ext cx="3628710" cy="439074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4B155FBF-4BEC-C1E1-CB2C-2ED0CF71CC1D}"/>
              </a:ext>
            </a:extLst>
          </p:cNvPr>
          <p:cNvSpPr>
            <a:spLocks noGrp="1"/>
          </p:cNvSpPr>
          <p:nvPr>
            <p:ph sz="quarter" idx="18"/>
          </p:nvPr>
        </p:nvSpPr>
        <p:spPr>
          <a:xfrm>
            <a:off x="4265611" y="1888132"/>
            <a:ext cx="3628710" cy="439074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
            <a:extLst>
              <a:ext uri="{FF2B5EF4-FFF2-40B4-BE49-F238E27FC236}">
                <a16:creationId xmlns:a16="http://schemas.microsoft.com/office/drawing/2014/main" id="{15D01BB8-727D-8CA2-AA4D-A23CC782B591}"/>
              </a:ext>
            </a:extLst>
          </p:cNvPr>
          <p:cNvSpPr>
            <a:spLocks noGrp="1"/>
          </p:cNvSpPr>
          <p:nvPr>
            <p:ph sz="quarter" idx="17"/>
          </p:nvPr>
        </p:nvSpPr>
        <p:spPr>
          <a:xfrm>
            <a:off x="385100" y="1888132"/>
            <a:ext cx="3628710" cy="439074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9035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and Headings">
    <p:spTree>
      <p:nvGrpSpPr>
        <p:cNvPr id="1" name=""/>
        <p:cNvGrpSpPr/>
        <p:nvPr/>
      </p:nvGrpSpPr>
      <p:grpSpPr>
        <a:xfrm>
          <a:off x="0" y="0"/>
          <a:ext cx="0" cy="0"/>
          <a:chOff x="0" y="0"/>
          <a:chExt cx="0" cy="0"/>
        </a:xfrm>
      </p:grpSpPr>
      <p:sp>
        <p:nvSpPr>
          <p:cNvPr id="26" name="Content Placeholder 3"/>
          <p:cNvSpPr>
            <a:spLocks noGrp="1"/>
          </p:cNvSpPr>
          <p:nvPr>
            <p:ph sz="quarter" idx="22"/>
          </p:nvPr>
        </p:nvSpPr>
        <p:spPr>
          <a:xfrm>
            <a:off x="8186492"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Heading 3"/>
          <p:cNvSpPr>
            <a:spLocks noGrp="1"/>
          </p:cNvSpPr>
          <p:nvPr>
            <p:ph type="body" sz="quarter" idx="21" hasCustomPrompt="1"/>
          </p:nvPr>
        </p:nvSpPr>
        <p:spPr>
          <a:xfrm>
            <a:off x="8186492" y="1142201"/>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25" name="Content Placeholder 2"/>
          <p:cNvSpPr>
            <a:spLocks noGrp="1"/>
          </p:cNvSpPr>
          <p:nvPr>
            <p:ph sz="quarter" idx="18"/>
          </p:nvPr>
        </p:nvSpPr>
        <p:spPr>
          <a:xfrm>
            <a:off x="4276344"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Heading 2"/>
          <p:cNvSpPr>
            <a:spLocks noGrp="1"/>
          </p:cNvSpPr>
          <p:nvPr>
            <p:ph type="body" sz="quarter" idx="23" hasCustomPrompt="1"/>
          </p:nvPr>
        </p:nvSpPr>
        <p:spPr>
          <a:xfrm>
            <a:off x="4276344" y="1142201"/>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24" name="Content Placeholder 1"/>
          <p:cNvSpPr>
            <a:spLocks noGrp="1"/>
          </p:cNvSpPr>
          <p:nvPr>
            <p:ph sz="quarter" idx="17"/>
          </p:nvPr>
        </p:nvSpPr>
        <p:spPr>
          <a:xfrm>
            <a:off x="374904" y="1541418"/>
            <a:ext cx="3631039" cy="4729842"/>
          </a:xfrm>
          <a:prstGeom prst="rect">
            <a:avLst/>
          </a:prstGeom>
          <a:ln>
            <a:noFill/>
            <a:miter lim="800000"/>
          </a:ln>
        </p:spPr>
        <p:txBody>
          <a:bodyPr lIns="0" tIns="45720" rIns="0" bIns="45720" anchor="t"/>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Heading 1"/>
          <p:cNvSpPr>
            <a:spLocks noGrp="1"/>
          </p:cNvSpPr>
          <p:nvPr>
            <p:ph type="body" sz="quarter" idx="19" hasCustomPrompt="1"/>
          </p:nvPr>
        </p:nvSpPr>
        <p:spPr>
          <a:xfrm>
            <a:off x="374905" y="1142201"/>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4" name="Title">
            <a:extLst>
              <a:ext uri="{FF2B5EF4-FFF2-40B4-BE49-F238E27FC236}">
                <a16:creationId xmlns:a16="http://schemas.microsoft.com/office/drawing/2014/main" id="{24EE87AE-0267-4C69-AFD6-F9C64969AC26}"/>
              </a:ext>
            </a:extLst>
          </p:cNvPr>
          <p:cNvSpPr>
            <a:spLocks noGrp="1"/>
          </p:cNvSpPr>
          <p:nvPr>
            <p:ph type="title"/>
          </p:nvPr>
        </p:nvSpPr>
        <p:spPr>
          <a:xfrm>
            <a:off x="374903" y="393192"/>
            <a:ext cx="11442627" cy="415498"/>
          </a:xfrm>
        </p:spPr>
        <p:txBody>
          <a:bodyPr lIns="0" tIns="0" rIns="91440" bIns="0" anchor="t"/>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DF9555D4-44D6-AEAB-C73E-7D5E09D78D60}"/>
              </a:ext>
            </a:extLst>
          </p:cNvPr>
          <p:cNvSpPr>
            <a:spLocks noGrp="1"/>
          </p:cNvSpPr>
          <p:nvPr>
            <p:ph type="ftr" sz="quarter" idx="24"/>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90DBD838-E55E-389E-324E-987E3489B3BD}"/>
              </a:ext>
            </a:extLst>
          </p:cNvPr>
          <p:cNvSpPr>
            <a:spLocks noGrp="1"/>
          </p:cNvSpPr>
          <p:nvPr>
            <p:ph type="sldNum" sz="quarter" idx="25"/>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439214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Subtitle and Headings">
    <p:spTree>
      <p:nvGrpSpPr>
        <p:cNvPr id="1" name=""/>
        <p:cNvGrpSpPr/>
        <p:nvPr/>
      </p:nvGrpSpPr>
      <p:grpSpPr>
        <a:xfrm>
          <a:off x="0" y="0"/>
          <a:ext cx="0" cy="0"/>
          <a:chOff x="0" y="0"/>
          <a:chExt cx="0" cy="0"/>
        </a:xfrm>
      </p:grpSpPr>
      <p:sp>
        <p:nvSpPr>
          <p:cNvPr id="19" name="Content Placeholder 3">
            <a:extLst>
              <a:ext uri="{FF2B5EF4-FFF2-40B4-BE49-F238E27FC236}">
                <a16:creationId xmlns:a16="http://schemas.microsoft.com/office/drawing/2014/main" id="{1074A59D-DDE4-4FB2-838A-D5C8E7AD19E1}"/>
              </a:ext>
            </a:extLst>
          </p:cNvPr>
          <p:cNvSpPr>
            <a:spLocks noGrp="1"/>
          </p:cNvSpPr>
          <p:nvPr>
            <p:ph sz="quarter" idx="22"/>
          </p:nvPr>
        </p:nvSpPr>
        <p:spPr>
          <a:xfrm>
            <a:off x="8146122" y="1896841"/>
            <a:ext cx="3628710" cy="439074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Heading 3">
            <a:extLst>
              <a:ext uri="{FF2B5EF4-FFF2-40B4-BE49-F238E27FC236}">
                <a16:creationId xmlns:a16="http://schemas.microsoft.com/office/drawing/2014/main" id="{2B395F8D-D2D6-46E9-A9E6-236C365E0BE9}"/>
              </a:ext>
            </a:extLst>
          </p:cNvPr>
          <p:cNvSpPr>
            <a:spLocks noGrp="1"/>
          </p:cNvSpPr>
          <p:nvPr>
            <p:ph type="body" sz="quarter" idx="21" hasCustomPrompt="1"/>
          </p:nvPr>
        </p:nvSpPr>
        <p:spPr>
          <a:xfrm>
            <a:off x="8146122" y="1499259"/>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18" name="Content Placeholder 2">
            <a:extLst>
              <a:ext uri="{FF2B5EF4-FFF2-40B4-BE49-F238E27FC236}">
                <a16:creationId xmlns:a16="http://schemas.microsoft.com/office/drawing/2014/main" id="{F2DA2588-EB78-4045-A57D-317AA672516D}"/>
              </a:ext>
            </a:extLst>
          </p:cNvPr>
          <p:cNvSpPr>
            <a:spLocks noGrp="1"/>
          </p:cNvSpPr>
          <p:nvPr>
            <p:ph sz="quarter" idx="18"/>
          </p:nvPr>
        </p:nvSpPr>
        <p:spPr>
          <a:xfrm>
            <a:off x="4265611" y="1888132"/>
            <a:ext cx="3628710" cy="439074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Heading 2">
            <a:extLst>
              <a:ext uri="{FF2B5EF4-FFF2-40B4-BE49-F238E27FC236}">
                <a16:creationId xmlns:a16="http://schemas.microsoft.com/office/drawing/2014/main" id="{1E3C34FD-66F2-429D-BA98-17802C5C837E}"/>
              </a:ext>
            </a:extLst>
          </p:cNvPr>
          <p:cNvSpPr>
            <a:spLocks noGrp="1"/>
          </p:cNvSpPr>
          <p:nvPr>
            <p:ph type="body" sz="quarter" idx="23" hasCustomPrompt="1"/>
          </p:nvPr>
        </p:nvSpPr>
        <p:spPr>
          <a:xfrm>
            <a:off x="4265611" y="1490550"/>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31" name="Content Placeholder 1">
            <a:extLst>
              <a:ext uri="{FF2B5EF4-FFF2-40B4-BE49-F238E27FC236}">
                <a16:creationId xmlns:a16="http://schemas.microsoft.com/office/drawing/2014/main" id="{31336B0C-F91E-47D8-936F-836334818CB0}"/>
              </a:ext>
            </a:extLst>
          </p:cNvPr>
          <p:cNvSpPr>
            <a:spLocks noGrp="1"/>
          </p:cNvSpPr>
          <p:nvPr>
            <p:ph sz="quarter" idx="17"/>
          </p:nvPr>
        </p:nvSpPr>
        <p:spPr>
          <a:xfrm>
            <a:off x="385100" y="1888132"/>
            <a:ext cx="3628710" cy="4390747"/>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Heading 1">
            <a:extLst>
              <a:ext uri="{FF2B5EF4-FFF2-40B4-BE49-F238E27FC236}">
                <a16:creationId xmlns:a16="http://schemas.microsoft.com/office/drawing/2014/main" id="{2C5A79F9-54A7-42C3-958C-707025A75133}"/>
              </a:ext>
            </a:extLst>
          </p:cNvPr>
          <p:cNvSpPr>
            <a:spLocks noGrp="1"/>
          </p:cNvSpPr>
          <p:nvPr>
            <p:ph type="body" sz="quarter" idx="19" hasCustomPrompt="1"/>
          </p:nvPr>
        </p:nvSpPr>
        <p:spPr>
          <a:xfrm>
            <a:off x="374905" y="1490550"/>
            <a:ext cx="3631039" cy="369486"/>
          </a:xfrm>
          <a:prstGeom prst="rect">
            <a:avLst/>
          </a:prstGeom>
          <a:ln>
            <a:noFill/>
            <a:miter lim="800000"/>
          </a:ln>
        </p:spPr>
        <p:txBody>
          <a:bodyPr lIns="0" tIns="0" rIns="91440" bIns="45720" anchor="t">
            <a:noAutofit/>
          </a:bodyPr>
          <a:lstStyle>
            <a:lvl1pPr marL="0" indent="0">
              <a:lnSpc>
                <a:spcPct val="100000"/>
              </a:lnSpc>
              <a:spcBef>
                <a:spcPts val="1000"/>
              </a:spcBef>
              <a:spcAft>
                <a:spcPts val="0"/>
              </a:spcAft>
              <a:buNone/>
              <a:defRPr sz="2000" b="1" baseline="0">
                <a:solidFill>
                  <a:schemeClr val="tx1"/>
                </a:solidFill>
                <a:latin typeface="HPE Graphik Semibold" pitchFamily="50" charset="0"/>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Click to add heading</a:t>
            </a:r>
          </a:p>
        </p:txBody>
      </p:sp>
      <p:sp>
        <p:nvSpPr>
          <p:cNvPr id="14" name="Subtitle">
            <a:extLst>
              <a:ext uri="{FF2B5EF4-FFF2-40B4-BE49-F238E27FC236}">
                <a16:creationId xmlns:a16="http://schemas.microsoft.com/office/drawing/2014/main" id="{C831EBB5-21C4-4F56-9D7F-EDB7844B96AF}"/>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0"/>
              </a:spcBef>
              <a:spcAft>
                <a:spcPts val="0"/>
              </a:spcAft>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4" name="Title">
            <a:extLst>
              <a:ext uri="{FF2B5EF4-FFF2-40B4-BE49-F238E27FC236}">
                <a16:creationId xmlns:a16="http://schemas.microsoft.com/office/drawing/2014/main" id="{C9EF0ECA-DE60-41FE-A905-507AB710EE5B}"/>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3F4A635-D29C-5A5D-714B-00FFBC11273D}"/>
              </a:ext>
            </a:extLst>
          </p:cNvPr>
          <p:cNvSpPr>
            <a:spLocks noGrp="1"/>
          </p:cNvSpPr>
          <p:nvPr>
            <p:ph type="ftr" sz="quarter" idx="24"/>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83E2F088-5C0B-D552-5583-1D142B559A93}"/>
              </a:ext>
            </a:extLst>
          </p:cNvPr>
          <p:cNvSpPr>
            <a:spLocks noGrp="1"/>
          </p:cNvSpPr>
          <p:nvPr>
            <p:ph type="sldNum" sz="quarter" idx="25"/>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0494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AE54251-B0D2-4947-83BB-BD7F95F3A0E8}"/>
              </a:ext>
            </a:extLst>
          </p:cNvPr>
          <p:cNvSpPr>
            <a:spLocks noGrp="1"/>
          </p:cNvSpPr>
          <p:nvPr>
            <p:ph type="title"/>
          </p:nvPr>
        </p:nvSpPr>
        <p:spPr>
          <a:xfrm>
            <a:off x="374904" y="393192"/>
            <a:ext cx="11433978" cy="413258"/>
          </a:xfrm>
        </p:spPr>
        <p:txBody>
          <a:bodyPr lIns="0" tIns="0" rIns="91440" bIns="0"/>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20F9A92-64E5-9B39-37FB-32E33BE347B4}"/>
              </a:ext>
            </a:extLst>
          </p:cNvPr>
          <p:cNvSpPr>
            <a:spLocks noGrp="1"/>
          </p:cNvSpPr>
          <p:nvPr>
            <p:ph type="ftr" sz="quarter" idx="10"/>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7C1C6913-628D-910F-538E-B2627BE58885}"/>
              </a:ext>
            </a:extLst>
          </p:cNvPr>
          <p:cNvSpPr>
            <a:spLocks noGrp="1"/>
          </p:cNvSpPr>
          <p:nvPr>
            <p:ph type="sldNum" sz="quarter" idx="11"/>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139048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2 Line">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7764AC2A-714D-48E6-8850-2398C74A5907}"/>
              </a:ext>
            </a:extLst>
          </p:cNvPr>
          <p:cNvSpPr>
            <a:spLocks noGrp="1"/>
          </p:cNvSpPr>
          <p:nvPr>
            <p:ph type="title" hasCustomPrompt="1"/>
          </p:nvPr>
        </p:nvSpPr>
        <p:spPr>
          <a:xfrm>
            <a:off x="374904" y="393192"/>
            <a:ext cx="11442628" cy="775846"/>
          </a:xfrm>
        </p:spPr>
        <p:txBody>
          <a:bodyPr lIns="0" tIns="0" rIns="91440" bIns="0" anchor="t"/>
          <a:lstStyle>
            <a:lvl1pPr>
              <a:lnSpc>
                <a:spcPct val="90000"/>
              </a:lnSpc>
              <a:spcBef>
                <a:spcPct val="0"/>
              </a:spcBef>
              <a:spcAft>
                <a:spcPts val="0"/>
              </a:spcAft>
              <a:defRPr sz="3000">
                <a:solidFill>
                  <a:schemeClr val="tx1"/>
                </a:solidFill>
              </a:defRPr>
            </a:lvl1pPr>
          </a:lstStyle>
          <a:p>
            <a:r>
              <a:rPr lang="en-US" dirty="0"/>
              <a:t>Click to add</a:t>
            </a:r>
            <a:br>
              <a:rPr lang="en-US" dirty="0"/>
            </a:br>
            <a:r>
              <a:rPr lang="en-US" dirty="0"/>
              <a:t>two-line title</a:t>
            </a:r>
          </a:p>
        </p:txBody>
      </p:sp>
      <p:sp>
        <p:nvSpPr>
          <p:cNvPr id="4" name="Footer Placeholder 3">
            <a:extLst>
              <a:ext uri="{FF2B5EF4-FFF2-40B4-BE49-F238E27FC236}">
                <a16:creationId xmlns:a16="http://schemas.microsoft.com/office/drawing/2014/main" id="{5366A10F-E470-2340-640E-A14F8662651E}"/>
              </a:ext>
            </a:extLst>
          </p:cNvPr>
          <p:cNvSpPr>
            <a:spLocks noGrp="1"/>
          </p:cNvSpPr>
          <p:nvPr>
            <p:ph type="ftr" sz="quarter" idx="10"/>
          </p:nvPr>
        </p:nvSpPr>
        <p:spPr/>
        <p:txBody>
          <a:bodyPr/>
          <a:lstStyle>
            <a:lvl1pPr>
              <a:defRPr>
                <a:solidFill>
                  <a:schemeClr val="tx1"/>
                </a:solidFill>
              </a:defRPr>
            </a:lvl1p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B75F6F1F-DB9C-06A9-C184-CF5F49CEF669}"/>
              </a:ext>
            </a:extLst>
          </p:cNvPr>
          <p:cNvSpPr>
            <a:spLocks noGrp="1"/>
          </p:cNvSpPr>
          <p:nvPr>
            <p:ph type="sldNum" sz="quarter" idx="11"/>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90766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3" name="Subtitle">
            <a:extLst>
              <a:ext uri="{FF2B5EF4-FFF2-40B4-BE49-F238E27FC236}">
                <a16:creationId xmlns:a16="http://schemas.microsoft.com/office/drawing/2014/main" id="{71AE6212-DACF-49FB-929D-2FA8B00CFD70}"/>
              </a:ext>
            </a:extLst>
          </p:cNvPr>
          <p:cNvSpPr>
            <a:spLocks noGrp="1"/>
          </p:cNvSpPr>
          <p:nvPr>
            <p:ph type="body" sz="quarter" idx="13"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1000"/>
              </a:spcBef>
              <a:spcAft>
                <a:spcPts val="0"/>
              </a:spcAft>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2" name="Title">
            <a:extLst>
              <a:ext uri="{FF2B5EF4-FFF2-40B4-BE49-F238E27FC236}">
                <a16:creationId xmlns:a16="http://schemas.microsoft.com/office/drawing/2014/main" id="{90391D03-EF6B-45A2-9268-5A807C7AE716}"/>
              </a:ext>
            </a:extLst>
          </p:cNvPr>
          <p:cNvSpPr>
            <a:spLocks noGrp="1"/>
          </p:cNvSpPr>
          <p:nvPr>
            <p:ph type="title"/>
          </p:nvPr>
        </p:nvSpPr>
        <p:spPr>
          <a:xfrm>
            <a:off x="374904" y="393192"/>
            <a:ext cx="11433978" cy="413258"/>
          </a:xfrm>
        </p:spPr>
        <p:txBody>
          <a:bodyPr lIns="0" tIns="0" rIns="91440" bIns="0" anchor="t"/>
          <a:lstStyle>
            <a:lvl1pPr>
              <a:lnSpc>
                <a:spcPct val="90000"/>
              </a:lnSpc>
              <a:spcBef>
                <a:spcPct val="0"/>
              </a:spcBef>
              <a:spcAft>
                <a:spcPts val="0"/>
              </a:spcAft>
              <a:defRPr sz="3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4FA5188-3004-E27B-6C13-6CEBF1DE5A14}"/>
              </a:ext>
            </a:extLst>
          </p:cNvPr>
          <p:cNvSpPr>
            <a:spLocks noGrp="1"/>
          </p:cNvSpPr>
          <p:nvPr>
            <p:ph type="ftr" sz="quarter" idx="14"/>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73A4466B-6230-7EB6-5A32-83ABCAD0DC50}"/>
              </a:ext>
            </a:extLst>
          </p:cNvPr>
          <p:cNvSpPr>
            <a:spLocks noGrp="1"/>
          </p:cNvSpPr>
          <p:nvPr>
            <p:ph type="sldNum" sz="quarter" idx="15"/>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453466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Subtitle, 2 Line">
    <p:spTree>
      <p:nvGrpSpPr>
        <p:cNvPr id="1" name=""/>
        <p:cNvGrpSpPr/>
        <p:nvPr/>
      </p:nvGrpSpPr>
      <p:grpSpPr>
        <a:xfrm>
          <a:off x="0" y="0"/>
          <a:ext cx="0" cy="0"/>
          <a:chOff x="0" y="0"/>
          <a:chExt cx="0" cy="0"/>
        </a:xfrm>
      </p:grpSpPr>
      <p:sp>
        <p:nvSpPr>
          <p:cNvPr id="9" name="Subtitle">
            <a:extLst>
              <a:ext uri="{FF2B5EF4-FFF2-40B4-BE49-F238E27FC236}">
                <a16:creationId xmlns:a16="http://schemas.microsoft.com/office/drawing/2014/main" id="{6957406C-CA6F-47F8-9FC9-A15BE313C415}"/>
              </a:ext>
            </a:extLst>
          </p:cNvPr>
          <p:cNvSpPr>
            <a:spLocks noGrp="1"/>
          </p:cNvSpPr>
          <p:nvPr>
            <p:ph type="body" sz="quarter" idx="13" hasCustomPrompt="1"/>
          </p:nvPr>
        </p:nvSpPr>
        <p:spPr>
          <a:xfrm>
            <a:off x="374904" y="1216152"/>
            <a:ext cx="11442626" cy="369486"/>
          </a:xfrm>
          <a:prstGeom prst="rect">
            <a:avLst/>
          </a:prstGeom>
        </p:spPr>
        <p:txBody>
          <a:bodyPr vert="horz" lIns="0" tIns="0" rIns="0" bIns="45720" rtlCol="0" anchor="t">
            <a:noAutofit/>
          </a:bodyPr>
          <a:lstStyle>
            <a:lvl1pPr marL="0" indent="0">
              <a:lnSpc>
                <a:spcPct val="100000"/>
              </a:lnSpc>
              <a:spcBef>
                <a:spcPts val="1000"/>
              </a:spcBef>
              <a:spcAft>
                <a:spcPts val="0"/>
              </a:spcAft>
              <a:buNone/>
              <a:defRPr sz="2000" baseline="0" dirty="0">
                <a:solidFill>
                  <a:schemeClr val="tx1"/>
                </a:solidFill>
                <a:latin typeface="+mn-lt"/>
              </a:defRPr>
            </a:lvl1pPr>
          </a:lstStyle>
          <a:p>
            <a:pPr marL="182880" lvl="0" indent="-182880">
              <a:spcBef>
                <a:spcPts val="0"/>
              </a:spcBef>
            </a:pPr>
            <a:r>
              <a:rPr lang="en-US" dirty="0"/>
              <a:t>Click to add one-line subtitle</a:t>
            </a:r>
          </a:p>
        </p:txBody>
      </p:sp>
      <p:sp>
        <p:nvSpPr>
          <p:cNvPr id="22" name="Title">
            <a:extLst>
              <a:ext uri="{FF2B5EF4-FFF2-40B4-BE49-F238E27FC236}">
                <a16:creationId xmlns:a16="http://schemas.microsoft.com/office/drawing/2014/main" id="{5535819F-7681-4776-AE9B-BEAB22E80CFE}"/>
              </a:ext>
            </a:extLst>
          </p:cNvPr>
          <p:cNvSpPr>
            <a:spLocks noGrp="1"/>
          </p:cNvSpPr>
          <p:nvPr>
            <p:ph type="title" hasCustomPrompt="1"/>
          </p:nvPr>
        </p:nvSpPr>
        <p:spPr>
          <a:xfrm>
            <a:off x="374904" y="393192"/>
            <a:ext cx="11442628" cy="775846"/>
          </a:xfrm>
        </p:spPr>
        <p:txBody>
          <a:bodyPr lIns="0" tIns="0" rIns="91440" bIns="0" anchor="t"/>
          <a:lstStyle>
            <a:lvl1pPr>
              <a:lnSpc>
                <a:spcPct val="90000"/>
              </a:lnSpc>
              <a:spcBef>
                <a:spcPct val="0"/>
              </a:spcBef>
              <a:spcAft>
                <a:spcPts val="0"/>
              </a:spcAft>
              <a:defRPr sz="3000">
                <a:solidFill>
                  <a:schemeClr val="tx1"/>
                </a:solidFill>
              </a:defRPr>
            </a:lvl1pPr>
          </a:lstStyle>
          <a:p>
            <a:r>
              <a:rPr lang="en-US" dirty="0"/>
              <a:t>Click to add</a:t>
            </a:r>
            <a:br>
              <a:rPr lang="en-US" dirty="0"/>
            </a:br>
            <a:r>
              <a:rPr lang="en-US" dirty="0"/>
              <a:t>two-line title</a:t>
            </a:r>
          </a:p>
        </p:txBody>
      </p:sp>
      <p:sp>
        <p:nvSpPr>
          <p:cNvPr id="4" name="Footer Placeholder 3">
            <a:extLst>
              <a:ext uri="{FF2B5EF4-FFF2-40B4-BE49-F238E27FC236}">
                <a16:creationId xmlns:a16="http://schemas.microsoft.com/office/drawing/2014/main" id="{200EC1AB-5084-D572-D008-65E0904E99A7}"/>
              </a:ext>
            </a:extLst>
          </p:cNvPr>
          <p:cNvSpPr>
            <a:spLocks noGrp="1"/>
          </p:cNvSpPr>
          <p:nvPr>
            <p:ph type="ftr" sz="quarter" idx="14"/>
          </p:nvPr>
        </p:nvSpPr>
        <p:spPr/>
        <p:txBody>
          <a:bodyPr/>
          <a:lstStyle>
            <a:lvl1pPr>
              <a:defRPr>
                <a:solidFill>
                  <a:schemeClr val="tx1"/>
                </a:solidFill>
              </a:defRPr>
            </a:lvl1p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A93AFB48-7218-4A49-8C9C-891144C1538E}"/>
              </a:ext>
            </a:extLst>
          </p:cNvPr>
          <p:cNvSpPr>
            <a:spLocks noGrp="1"/>
          </p:cNvSpPr>
          <p:nvPr>
            <p:ph type="sldNum" sz="quarter" idx="15"/>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158116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icture with Content">
    <p:spTree>
      <p:nvGrpSpPr>
        <p:cNvPr id="1" name=""/>
        <p:cNvGrpSpPr/>
        <p:nvPr/>
      </p:nvGrpSpPr>
      <p:grpSpPr>
        <a:xfrm>
          <a:off x="0" y="0"/>
          <a:ext cx="0" cy="0"/>
          <a:chOff x="0" y="0"/>
          <a:chExt cx="0" cy="0"/>
        </a:xfrm>
      </p:grpSpPr>
      <p:sp>
        <p:nvSpPr>
          <p:cNvPr id="9" name="Content Placeholder">
            <a:extLst>
              <a:ext uri="{FF2B5EF4-FFF2-40B4-BE49-F238E27FC236}">
                <a16:creationId xmlns:a16="http://schemas.microsoft.com/office/drawing/2014/main" id="{184DB124-5DB1-4AD3-9276-D81D2209D170}"/>
              </a:ext>
            </a:extLst>
          </p:cNvPr>
          <p:cNvSpPr>
            <a:spLocks noGrp="1"/>
          </p:cNvSpPr>
          <p:nvPr>
            <p:ph sz="quarter" idx="22"/>
          </p:nvPr>
        </p:nvSpPr>
        <p:spPr>
          <a:xfrm>
            <a:off x="8294255" y="999540"/>
            <a:ext cx="3479038" cy="5100531"/>
          </a:xfrm>
          <a:prstGeom prst="rect">
            <a:avLst/>
          </a:prstGeom>
          <a:ln>
            <a:noFill/>
            <a:miter lim="800000"/>
          </a:ln>
        </p:spPr>
        <p:txBody>
          <a:bodyPr lIns="0" rIns="0"/>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p:cNvSpPr>
            <a:spLocks noGrp="1"/>
          </p:cNvSpPr>
          <p:nvPr>
            <p:ph type="pic" sz="quarter" idx="18" hasCustomPrompt="1"/>
          </p:nvPr>
        </p:nvSpPr>
        <p:spPr>
          <a:xfrm>
            <a:off x="381000" y="999540"/>
            <a:ext cx="7470648" cy="5096460"/>
          </a:xfrm>
          <a:prstGeom prst="rect">
            <a:avLst/>
          </a:prstGeom>
          <a:ln>
            <a:noFill/>
            <a:miter lim="800000"/>
          </a:ln>
        </p:spPr>
        <p:txBody>
          <a:bodyPr anchor="ctr"/>
          <a:lstStyle>
            <a:lvl1pPr marL="0" indent="0" algn="ctr">
              <a:buNone/>
              <a:defRPr>
                <a:solidFill>
                  <a:schemeClr val="tx1"/>
                </a:solidFill>
                <a:latin typeface="+mn-lt"/>
              </a:defRPr>
            </a:lvl1pPr>
          </a:lstStyle>
          <a:p>
            <a:r>
              <a:rPr lang="en-US" dirty="0"/>
              <a:t>Click to add picture</a:t>
            </a:r>
          </a:p>
        </p:txBody>
      </p:sp>
      <p:sp>
        <p:nvSpPr>
          <p:cNvPr id="4" name="Title">
            <a:extLst>
              <a:ext uri="{FF2B5EF4-FFF2-40B4-BE49-F238E27FC236}">
                <a16:creationId xmlns:a16="http://schemas.microsoft.com/office/drawing/2014/main" id="{4B1C1C31-7119-4D9E-8DED-87033B4B0713}"/>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80F377B5-1282-FF1A-9E56-8C043D9FCD98}"/>
              </a:ext>
            </a:extLst>
          </p:cNvPr>
          <p:cNvSpPr>
            <a:spLocks noGrp="1"/>
          </p:cNvSpPr>
          <p:nvPr>
            <p:ph type="ftr" sz="quarter" idx="23"/>
          </p:nvPr>
        </p:nvSpPr>
        <p:spPr/>
        <p:txBody>
          <a:bodyPr/>
          <a:lstStyle>
            <a:lvl1pPr>
              <a:defRPr>
                <a:solidFill>
                  <a:schemeClr val="tx1"/>
                </a:solidFill>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90F3186F-3885-5DE5-8FA5-6CD9D9747D48}"/>
              </a:ext>
            </a:extLst>
          </p:cNvPr>
          <p:cNvSpPr>
            <a:spLocks noGrp="1"/>
          </p:cNvSpPr>
          <p:nvPr>
            <p:ph type="sldNum" sz="quarter" idx="24"/>
          </p:nvPr>
        </p:nvSpPr>
        <p:spPr/>
        <p:txBody>
          <a:bodyPr/>
          <a:lstStyle>
            <a:lvl1pPr>
              <a:defRPr>
                <a:solidFill>
                  <a:schemeClr val="tx1"/>
                </a:solidFill>
              </a:defRPr>
            </a:lvl1p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620102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Pictures with Text">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8DA0A33-9CC4-4DCC-85C5-5D814DA5F52A}"/>
              </a:ext>
            </a:extLst>
          </p:cNvPr>
          <p:cNvSpPr>
            <a:spLocks noGrp="1"/>
          </p:cNvSpPr>
          <p:nvPr>
            <p:ph type="title"/>
          </p:nvPr>
        </p:nvSpPr>
        <p:spPr/>
        <p:txBody>
          <a:bodyPr/>
          <a:lstStyle/>
          <a:p>
            <a:r>
              <a:rPr lang="en-US"/>
              <a:t>Click to edit Master title style</a:t>
            </a:r>
            <a:endParaRPr lang="en-US" dirty="0"/>
          </a:p>
        </p:txBody>
      </p:sp>
      <p:sp>
        <p:nvSpPr>
          <p:cNvPr id="13" name="Text Placeholder 2">
            <a:extLst>
              <a:ext uri="{FF2B5EF4-FFF2-40B4-BE49-F238E27FC236}">
                <a16:creationId xmlns:a16="http://schemas.microsoft.com/office/drawing/2014/main" id="{5A3D17EC-2963-45F0-9DC4-19C039BA810F}"/>
              </a:ext>
            </a:extLst>
          </p:cNvPr>
          <p:cNvSpPr>
            <a:spLocks noGrp="1"/>
          </p:cNvSpPr>
          <p:nvPr>
            <p:ph type="body" sz="quarter" idx="25"/>
          </p:nvPr>
        </p:nvSpPr>
        <p:spPr>
          <a:xfrm>
            <a:off x="6219023" y="4131540"/>
            <a:ext cx="5564990" cy="2034310"/>
          </a:xfrm>
          <a:prstGeom prst="rect">
            <a:avLst/>
          </a:prstGeo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Picture Placeholder 2">
            <a:extLst>
              <a:ext uri="{FF2B5EF4-FFF2-40B4-BE49-F238E27FC236}">
                <a16:creationId xmlns:a16="http://schemas.microsoft.com/office/drawing/2014/main" id="{BFE93BF0-E1B7-4E00-B095-E182346B5D7F}"/>
              </a:ext>
            </a:extLst>
          </p:cNvPr>
          <p:cNvSpPr>
            <a:spLocks noGrp="1"/>
          </p:cNvSpPr>
          <p:nvPr>
            <p:ph type="pic" sz="quarter" idx="20" hasCustomPrompt="1"/>
          </p:nvPr>
        </p:nvSpPr>
        <p:spPr>
          <a:xfrm>
            <a:off x="6222013" y="985963"/>
            <a:ext cx="5562000" cy="3132000"/>
          </a:xfrm>
          <a:prstGeom prst="rect">
            <a:avLst/>
          </a:prstGeom>
        </p:spPr>
        <p:txBody>
          <a:bodyPr anchor="ctr"/>
          <a:lstStyle>
            <a:lvl1pPr marL="0" indent="0" algn="ctr">
              <a:buNone/>
              <a:defRPr>
                <a:latin typeface="+mn-lt"/>
              </a:defRPr>
            </a:lvl1pPr>
          </a:lstStyle>
          <a:p>
            <a:r>
              <a:rPr lang="en-US" dirty="0"/>
              <a:t>Click to add picture</a:t>
            </a:r>
          </a:p>
        </p:txBody>
      </p:sp>
      <p:sp>
        <p:nvSpPr>
          <p:cNvPr id="12" name="Text Placeholder 1">
            <a:extLst>
              <a:ext uri="{FF2B5EF4-FFF2-40B4-BE49-F238E27FC236}">
                <a16:creationId xmlns:a16="http://schemas.microsoft.com/office/drawing/2014/main" id="{FF3BA045-26B3-4E52-9906-6D3BA878767E}"/>
              </a:ext>
            </a:extLst>
          </p:cNvPr>
          <p:cNvSpPr>
            <a:spLocks noGrp="1"/>
          </p:cNvSpPr>
          <p:nvPr>
            <p:ph type="body" sz="quarter" idx="14"/>
          </p:nvPr>
        </p:nvSpPr>
        <p:spPr>
          <a:xfrm>
            <a:off x="374904" y="4181475"/>
            <a:ext cx="5564990" cy="1984375"/>
          </a:xfrm>
          <a:prstGeom prst="rect">
            <a:avLst/>
          </a:prstGeo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Picture Placeholder 1">
            <a:extLst>
              <a:ext uri="{FF2B5EF4-FFF2-40B4-BE49-F238E27FC236}">
                <a16:creationId xmlns:a16="http://schemas.microsoft.com/office/drawing/2014/main" id="{D48EE7C4-611A-445E-A636-05C3A89474E9}"/>
              </a:ext>
            </a:extLst>
          </p:cNvPr>
          <p:cNvSpPr>
            <a:spLocks noGrp="1"/>
          </p:cNvSpPr>
          <p:nvPr>
            <p:ph type="pic" sz="quarter" idx="18" hasCustomPrompt="1"/>
          </p:nvPr>
        </p:nvSpPr>
        <p:spPr>
          <a:xfrm>
            <a:off x="381000" y="999540"/>
            <a:ext cx="5562600" cy="3132000"/>
          </a:xfrm>
          <a:prstGeom prst="rect">
            <a:avLst/>
          </a:prstGeom>
        </p:spPr>
        <p:txBody>
          <a:bodyPr anchor="ctr"/>
          <a:lstStyle>
            <a:lvl1pPr marL="0" indent="0" algn="ctr">
              <a:buNone/>
              <a:defRPr>
                <a:latin typeface="+mn-lt"/>
              </a:defRPr>
            </a:lvl1pPr>
          </a:lstStyle>
          <a:p>
            <a:r>
              <a:rPr lang="en-US" dirty="0"/>
              <a:t>Click to add picture</a:t>
            </a:r>
          </a:p>
        </p:txBody>
      </p:sp>
      <p:sp>
        <p:nvSpPr>
          <p:cNvPr id="5" name="Footer Placeholder 4">
            <a:extLst>
              <a:ext uri="{FF2B5EF4-FFF2-40B4-BE49-F238E27FC236}">
                <a16:creationId xmlns:a16="http://schemas.microsoft.com/office/drawing/2014/main" id="{DF64BF61-1E66-23EC-73D9-9D4373CF4EF7}"/>
              </a:ext>
            </a:extLst>
          </p:cNvPr>
          <p:cNvSpPr>
            <a:spLocks noGrp="1"/>
          </p:cNvSpPr>
          <p:nvPr>
            <p:ph type="ftr" sz="quarter" idx="26"/>
          </p:nvPr>
        </p:nvSpPr>
        <p:spPr/>
        <p:txBody>
          <a:body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7F4CAAFC-7C73-8B7A-5AEF-933F0A6EB319}"/>
              </a:ext>
            </a:extLst>
          </p:cNvPr>
          <p:cNvSpPr>
            <a:spLocks noGrp="1"/>
          </p:cNvSpPr>
          <p:nvPr>
            <p:ph type="sldNum" sz="quarter" idx="27"/>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891578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ree Pictures with Text">
    <p:spTree>
      <p:nvGrpSpPr>
        <p:cNvPr id="1" name=""/>
        <p:cNvGrpSpPr/>
        <p:nvPr/>
      </p:nvGrpSpPr>
      <p:grpSpPr>
        <a:xfrm>
          <a:off x="0" y="0"/>
          <a:ext cx="0" cy="0"/>
          <a:chOff x="0" y="0"/>
          <a:chExt cx="0" cy="0"/>
        </a:xfrm>
      </p:grpSpPr>
      <p:sp>
        <p:nvSpPr>
          <p:cNvPr id="15" name="Text Placeholder 3">
            <a:extLst>
              <a:ext uri="{FF2B5EF4-FFF2-40B4-BE49-F238E27FC236}">
                <a16:creationId xmlns:a16="http://schemas.microsoft.com/office/drawing/2014/main" id="{145BD124-6171-43C5-8405-25101FA6FBFB}"/>
              </a:ext>
            </a:extLst>
          </p:cNvPr>
          <p:cNvSpPr>
            <a:spLocks noGrp="1"/>
          </p:cNvSpPr>
          <p:nvPr>
            <p:ph type="body" sz="quarter" idx="26"/>
          </p:nvPr>
        </p:nvSpPr>
        <p:spPr>
          <a:xfrm>
            <a:off x="8090912" y="4184650"/>
            <a:ext cx="3684405" cy="1981200"/>
          </a:xfrm>
          <a:prstGeom prst="rect">
            <a:avLst/>
          </a:prstGeo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p:txBody>
      </p:sp>
      <p:sp>
        <p:nvSpPr>
          <p:cNvPr id="27" name="Picture Placeholder 3"/>
          <p:cNvSpPr>
            <a:spLocks noGrp="1"/>
          </p:cNvSpPr>
          <p:nvPr>
            <p:ph type="pic" sz="quarter" idx="22" hasCustomPrompt="1"/>
          </p:nvPr>
        </p:nvSpPr>
        <p:spPr>
          <a:xfrm>
            <a:off x="8097009" y="999540"/>
            <a:ext cx="3678308" cy="3132000"/>
          </a:xfrm>
          <a:prstGeom prst="rect">
            <a:avLst/>
          </a:prstGeom>
        </p:spPr>
        <p:txBody>
          <a:bodyPr anchor="ctr"/>
          <a:lstStyle>
            <a:lvl1pPr marL="0" indent="0" algn="ctr">
              <a:buNone/>
              <a:defRPr>
                <a:latin typeface="+mn-lt"/>
              </a:defRPr>
            </a:lvl1pPr>
          </a:lstStyle>
          <a:p>
            <a:r>
              <a:rPr lang="en-US" dirty="0"/>
              <a:t>Click to add picture</a:t>
            </a:r>
          </a:p>
        </p:txBody>
      </p:sp>
      <p:sp>
        <p:nvSpPr>
          <p:cNvPr id="13" name="Text Placeholder 2">
            <a:extLst>
              <a:ext uri="{FF2B5EF4-FFF2-40B4-BE49-F238E27FC236}">
                <a16:creationId xmlns:a16="http://schemas.microsoft.com/office/drawing/2014/main" id="{5A3D17EC-2963-45F0-9DC4-19C039BA810F}"/>
              </a:ext>
            </a:extLst>
          </p:cNvPr>
          <p:cNvSpPr>
            <a:spLocks noGrp="1"/>
          </p:cNvSpPr>
          <p:nvPr>
            <p:ph type="body" sz="quarter" idx="25"/>
          </p:nvPr>
        </p:nvSpPr>
        <p:spPr>
          <a:xfrm>
            <a:off x="4232908" y="4184650"/>
            <a:ext cx="3684404" cy="1981200"/>
          </a:xfrm>
          <a:prstGeom prst="rect">
            <a:avLst/>
          </a:prstGeo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p:txBody>
      </p:sp>
      <p:sp>
        <p:nvSpPr>
          <p:cNvPr id="25" name="Picture Placeholder 2"/>
          <p:cNvSpPr>
            <a:spLocks noGrp="1"/>
          </p:cNvSpPr>
          <p:nvPr>
            <p:ph type="pic" sz="quarter" idx="20" hasCustomPrompt="1"/>
          </p:nvPr>
        </p:nvSpPr>
        <p:spPr>
          <a:xfrm>
            <a:off x="4239004" y="999540"/>
            <a:ext cx="3678308" cy="3132000"/>
          </a:xfrm>
          <a:prstGeom prst="rect">
            <a:avLst/>
          </a:prstGeom>
        </p:spPr>
        <p:txBody>
          <a:bodyPr anchor="ctr"/>
          <a:lstStyle>
            <a:lvl1pPr marL="0" indent="0" algn="ctr">
              <a:buNone/>
              <a:defRPr>
                <a:latin typeface="+mn-lt"/>
              </a:defRPr>
            </a:lvl1pPr>
          </a:lstStyle>
          <a:p>
            <a:r>
              <a:rPr lang="en-US" dirty="0"/>
              <a:t>Click to add picture</a:t>
            </a:r>
          </a:p>
        </p:txBody>
      </p:sp>
      <p:sp>
        <p:nvSpPr>
          <p:cNvPr id="12" name="Text Placeholder 1">
            <a:extLst>
              <a:ext uri="{FF2B5EF4-FFF2-40B4-BE49-F238E27FC236}">
                <a16:creationId xmlns:a16="http://schemas.microsoft.com/office/drawing/2014/main" id="{FF3BA045-26B3-4E52-9906-6D3BA878767E}"/>
              </a:ext>
            </a:extLst>
          </p:cNvPr>
          <p:cNvSpPr>
            <a:spLocks noGrp="1"/>
          </p:cNvSpPr>
          <p:nvPr>
            <p:ph type="body" sz="quarter" idx="14"/>
          </p:nvPr>
        </p:nvSpPr>
        <p:spPr>
          <a:xfrm>
            <a:off x="374904" y="4184650"/>
            <a:ext cx="3684404" cy="1981200"/>
          </a:xfrm>
          <a:prstGeom prst="rect">
            <a:avLst/>
          </a:prstGeom>
        </p:spPr>
        <p:txBody>
          <a:bodyPr/>
          <a:lstStyle>
            <a:lvl1pPr marL="0" indent="0">
              <a:buNone/>
              <a:defRPr>
                <a:latin typeface="+mn-lt"/>
              </a:defRPr>
            </a:lvl1pPr>
            <a:lvl2pPr>
              <a:defRPr>
                <a:latin typeface="+mn-lt"/>
              </a:defRPr>
            </a:lvl2pPr>
            <a:lvl3pPr>
              <a:defRPr>
                <a:latin typeface="+mn-lt"/>
              </a:defRPr>
            </a:lvl3pPr>
            <a:lvl4pPr marL="540000" indent="0">
              <a:buNone/>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p:txBody>
      </p:sp>
      <p:sp>
        <p:nvSpPr>
          <p:cNvPr id="19" name="Picture Placeholder 1"/>
          <p:cNvSpPr>
            <a:spLocks noGrp="1"/>
          </p:cNvSpPr>
          <p:nvPr>
            <p:ph type="pic" sz="quarter" idx="18" hasCustomPrompt="1"/>
          </p:nvPr>
        </p:nvSpPr>
        <p:spPr>
          <a:xfrm>
            <a:off x="379447" y="999540"/>
            <a:ext cx="3678308" cy="3132000"/>
          </a:xfrm>
          <a:prstGeom prst="rect">
            <a:avLst/>
          </a:prstGeom>
        </p:spPr>
        <p:txBody>
          <a:bodyPr anchor="ctr"/>
          <a:lstStyle>
            <a:lvl1pPr marL="0" indent="0" algn="ctr">
              <a:buNone/>
              <a:defRPr>
                <a:latin typeface="+mn-lt"/>
              </a:defRPr>
            </a:lvl1pPr>
          </a:lstStyle>
          <a:p>
            <a:r>
              <a:rPr lang="en-US" dirty="0"/>
              <a:t>Click to add picture</a:t>
            </a:r>
          </a:p>
        </p:txBody>
      </p:sp>
      <p:sp>
        <p:nvSpPr>
          <p:cNvPr id="4" name="Title">
            <a:extLst>
              <a:ext uri="{FF2B5EF4-FFF2-40B4-BE49-F238E27FC236}">
                <a16:creationId xmlns:a16="http://schemas.microsoft.com/office/drawing/2014/main" id="{58DA0A33-9CC4-4DCC-85C5-5D814DA5F52A}"/>
              </a:ext>
            </a:extLst>
          </p:cNvPr>
          <p:cNvSpPr>
            <a:spLocks noGrp="1"/>
          </p:cNvSpPr>
          <p:nvPr>
            <p:ph type="title"/>
          </p:nvPr>
        </p:nvSpPr>
        <p:spPr/>
        <p:txBody>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7CE0358-7593-FDA7-B0FB-FF0EC1E32039}"/>
              </a:ext>
            </a:extLst>
          </p:cNvPr>
          <p:cNvSpPr>
            <a:spLocks noGrp="1"/>
          </p:cNvSpPr>
          <p:nvPr>
            <p:ph type="ftr" sz="quarter" idx="27"/>
          </p:nvPr>
        </p:nvSpPr>
        <p:spPr/>
        <p:txBody>
          <a:body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C087F768-80AD-E284-7CB0-AA45A8DB30A4}"/>
              </a:ext>
            </a:extLst>
          </p:cNvPr>
          <p:cNvSpPr>
            <a:spLocks noGrp="1"/>
          </p:cNvSpPr>
          <p:nvPr>
            <p:ph type="sldNum" sz="quarter" idx="28"/>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071934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Multipurpose">
    <p:spTree>
      <p:nvGrpSpPr>
        <p:cNvPr id="1" name=""/>
        <p:cNvGrpSpPr/>
        <p:nvPr/>
      </p:nvGrpSpPr>
      <p:grpSpPr>
        <a:xfrm>
          <a:off x="0" y="0"/>
          <a:ext cx="0" cy="0"/>
          <a:chOff x="0" y="0"/>
          <a:chExt cx="0" cy="0"/>
        </a:xfrm>
      </p:grpSpPr>
      <p:sp>
        <p:nvSpPr>
          <p:cNvPr id="11" name="Content Placeholder"/>
          <p:cNvSpPr>
            <a:spLocks noGrp="1"/>
          </p:cNvSpPr>
          <p:nvPr>
            <p:ph sz="quarter" idx="13"/>
          </p:nvPr>
        </p:nvSpPr>
        <p:spPr>
          <a:xfrm>
            <a:off x="4100945" y="1533798"/>
            <a:ext cx="7707937" cy="4737462"/>
          </a:xfrm>
          <a:prstGeom prst="rect">
            <a:avLst/>
          </a:prstGeom>
        </p:spPr>
        <p:txBody>
          <a:bodyPr lIns="0" tIns="45720" rIns="0" bIns="45720" anchor="ctr"/>
          <a:lstStyle>
            <a:lvl1pPr>
              <a:spcAft>
                <a:spcPts val="0"/>
              </a:spcAft>
              <a:defRPr>
                <a:solidFill>
                  <a:srgbClr val="292D3A"/>
                </a:solidFill>
                <a:latin typeface="+mn-lt"/>
              </a:defRPr>
            </a:lvl1pPr>
            <a:lvl2pPr>
              <a:spcAft>
                <a:spcPts val="0"/>
              </a:spcAft>
              <a:defRPr>
                <a:solidFill>
                  <a:srgbClr val="292D3A"/>
                </a:solidFill>
                <a:latin typeface="+mn-lt"/>
              </a:defRPr>
            </a:lvl2pPr>
            <a:lvl3pPr>
              <a:spcAft>
                <a:spcPts val="0"/>
              </a:spcAft>
              <a:defRPr>
                <a:solidFill>
                  <a:srgbClr val="292D3A"/>
                </a:solidFill>
                <a:latin typeface="+mn-lt"/>
              </a:defRPr>
            </a:lvl3pPr>
            <a:lvl4pPr>
              <a:spcAft>
                <a:spcPts val="0"/>
              </a:spcAft>
              <a:defRPr>
                <a:solidFill>
                  <a:srgbClr val="292D3A"/>
                </a:solidFill>
                <a:latin typeface="+mn-lt"/>
              </a:defRPr>
            </a:lvl4pPr>
            <a:lvl5pPr>
              <a:spcAft>
                <a:spcPts val="0"/>
              </a:spcAft>
              <a:defRPr>
                <a:solidFill>
                  <a:srgbClr val="292D3A"/>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p:cNvSpPr>
            <a:spLocks noGrp="1"/>
          </p:cNvSpPr>
          <p:nvPr>
            <p:ph type="body" sz="quarter" idx="14"/>
          </p:nvPr>
        </p:nvSpPr>
        <p:spPr>
          <a:xfrm>
            <a:off x="374905" y="1541418"/>
            <a:ext cx="3393532" cy="4729842"/>
          </a:xfrm>
          <a:prstGeom prst="rect">
            <a:avLst/>
          </a:prstGeom>
        </p:spPr>
        <p:txBody>
          <a:bodyPr lIns="0" tIns="45720" rIns="0" bIns="45720"/>
          <a:lstStyle>
            <a:lvl1pPr>
              <a:spcAft>
                <a:spcPts val="0"/>
              </a:spcAft>
              <a:defRPr>
                <a:solidFill>
                  <a:srgbClr val="292D3A"/>
                </a:solidFill>
                <a:latin typeface="+mn-lt"/>
              </a:defRPr>
            </a:lvl1pPr>
            <a:lvl2pPr>
              <a:spcAft>
                <a:spcPts val="0"/>
              </a:spcAft>
              <a:defRPr>
                <a:solidFill>
                  <a:srgbClr val="292D3A"/>
                </a:solidFill>
                <a:latin typeface="+mn-lt"/>
              </a:defRPr>
            </a:lvl2pPr>
            <a:lvl3pPr>
              <a:spcAft>
                <a:spcPts val="0"/>
              </a:spcAft>
              <a:defRPr>
                <a:solidFill>
                  <a:srgbClr val="292D3A"/>
                </a:solidFill>
                <a:latin typeface="+mn-lt"/>
              </a:defRPr>
            </a:lvl3pPr>
            <a:lvl4pPr>
              <a:spcAft>
                <a:spcPts val="0"/>
              </a:spcAft>
              <a:defRPr>
                <a:solidFill>
                  <a:srgbClr val="292D3A"/>
                </a:solidFill>
                <a:latin typeface="+mn-lt"/>
              </a:defRPr>
            </a:lvl4pPr>
            <a:lvl5pPr>
              <a:spcAft>
                <a:spcPts val="0"/>
              </a:spcAft>
              <a:defRPr>
                <a:solidFill>
                  <a:srgbClr val="292D3A"/>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hasCustomPrompt="1"/>
          </p:nvPr>
        </p:nvSpPr>
        <p:spPr>
          <a:xfrm>
            <a:off x="374904" y="393192"/>
            <a:ext cx="11433978" cy="415498"/>
          </a:xfrm>
        </p:spPr>
        <p:txBody>
          <a:bodyPr lIns="0" tIns="0" rIns="91440" bIns="0" anchor="t"/>
          <a:lstStyle>
            <a:lvl1pPr>
              <a:lnSpc>
                <a:spcPct val="90000"/>
              </a:lnSpc>
              <a:spcBef>
                <a:spcPct val="0"/>
              </a:spcBef>
              <a:spcAft>
                <a:spcPts val="0"/>
              </a:spcAft>
              <a:defRPr sz="3000">
                <a:solidFill>
                  <a:srgbClr val="292D3A"/>
                </a:solidFill>
              </a:defRPr>
            </a:lvl1pPr>
          </a:lstStyle>
          <a:p>
            <a:r>
              <a:rPr lang="en-US" dirty="0"/>
              <a:t>Click to Add multi-Line Title</a:t>
            </a:r>
          </a:p>
        </p:txBody>
      </p:sp>
      <p:sp>
        <p:nvSpPr>
          <p:cNvPr id="5" name="Subtitle">
            <a:extLst>
              <a:ext uri="{FF2B5EF4-FFF2-40B4-BE49-F238E27FC236}">
                <a16:creationId xmlns:a16="http://schemas.microsoft.com/office/drawing/2014/main" id="{7B045ACD-D682-9F85-8976-3DE690571A0C}"/>
              </a:ext>
            </a:extLst>
          </p:cNvPr>
          <p:cNvSpPr>
            <a:spLocks noGrp="1"/>
          </p:cNvSpPr>
          <p:nvPr>
            <p:ph type="body" sz="quarter" idx="17" hasCustomPrompt="1"/>
          </p:nvPr>
        </p:nvSpPr>
        <p:spPr>
          <a:xfrm>
            <a:off x="374904" y="854202"/>
            <a:ext cx="11433978" cy="369486"/>
          </a:xfrm>
          <a:prstGeom prst="rect">
            <a:avLst/>
          </a:prstGeom>
        </p:spPr>
        <p:txBody>
          <a:bodyPr vert="horz" lIns="0" tIns="0" rIns="91440" bIns="45720" rtlCol="0" anchor="ctr">
            <a:noAutofit/>
          </a:bodyPr>
          <a:lstStyle>
            <a:lvl1pPr marL="0" indent="0">
              <a:lnSpc>
                <a:spcPct val="100000"/>
              </a:lnSpc>
              <a:spcBef>
                <a:spcPts val="1000"/>
              </a:spcBef>
              <a:spcAft>
                <a:spcPts val="0"/>
              </a:spcAft>
              <a:buFont typeface="" panose="020B0604020202020204" pitchFamily="34" charset="0"/>
              <a:buNone/>
              <a:defRPr sz="2000" baseline="0" dirty="0">
                <a:solidFill>
                  <a:srgbClr val="292D3A"/>
                </a:solidFill>
                <a:latin typeface="+mn-lt"/>
              </a:defRPr>
            </a:lvl1pPr>
          </a:lstStyle>
          <a:p>
            <a:pPr marL="182880" lvl="0" indent="-182880">
              <a:spcBef>
                <a:spcPts val="0"/>
              </a:spcBef>
            </a:pPr>
            <a:r>
              <a:rPr lang="en-US" dirty="0"/>
              <a:t>Click to add one-line subtitle</a:t>
            </a:r>
          </a:p>
        </p:txBody>
      </p:sp>
      <p:sp>
        <p:nvSpPr>
          <p:cNvPr id="6" name="Footer Placeholder 5">
            <a:extLst>
              <a:ext uri="{FF2B5EF4-FFF2-40B4-BE49-F238E27FC236}">
                <a16:creationId xmlns:a16="http://schemas.microsoft.com/office/drawing/2014/main" id="{7C0C3246-51E8-2C6D-91C1-DC5E683C70B5}"/>
              </a:ext>
            </a:extLst>
          </p:cNvPr>
          <p:cNvSpPr>
            <a:spLocks noGrp="1"/>
          </p:cNvSpPr>
          <p:nvPr>
            <p:ph type="ftr" sz="quarter" idx="18"/>
          </p:nvPr>
        </p:nvSpPr>
        <p:spPr/>
        <p:txBody>
          <a:bodyPr/>
          <a:lstStyle/>
          <a:p>
            <a:pPr algn="r"/>
            <a:r>
              <a:rPr lang="en-US"/>
              <a:t>Confidential | Authorized HPE Partner Use Only</a:t>
            </a:r>
            <a:endParaRPr lang="en-US" dirty="0"/>
          </a:p>
        </p:txBody>
      </p:sp>
      <p:sp>
        <p:nvSpPr>
          <p:cNvPr id="8" name="Slide Number Placeholder 7">
            <a:extLst>
              <a:ext uri="{FF2B5EF4-FFF2-40B4-BE49-F238E27FC236}">
                <a16:creationId xmlns:a16="http://schemas.microsoft.com/office/drawing/2014/main" id="{A66BA11A-FF4F-0B31-22B7-B062F5B3F9B0}"/>
              </a:ext>
            </a:extLst>
          </p:cNvPr>
          <p:cNvSpPr>
            <a:spLocks noGrp="1"/>
          </p:cNvSpPr>
          <p:nvPr>
            <p:ph type="sldNum" sz="quarter" idx="19"/>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000703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Content, Picture and Data">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3D244D9-326C-937C-4B8E-43F52273E328}"/>
              </a:ext>
            </a:extLst>
          </p:cNvPr>
          <p:cNvSpPr>
            <a:spLocks noGrp="1" noRot="1" noMove="1" noResize="1" noEditPoints="1" noAdjustHandles="1" noChangeArrowheads="1" noChangeShapeType="1"/>
          </p:cNvSpPr>
          <p:nvPr>
            <p:ph type="pic" sz="quarter" idx="12"/>
          </p:nvPr>
        </p:nvSpPr>
        <p:spPr>
          <a:xfrm>
            <a:off x="4210050" y="0"/>
            <a:ext cx="7981950" cy="6858000"/>
          </a:xfrm>
          <a:prstGeom prst="rect">
            <a:avLst/>
          </a:prstGeom>
          <a:solidFill>
            <a:schemeClr val="bg1">
              <a:lumMod val="95000"/>
            </a:schemeClr>
          </a:solidFill>
        </p:spPr>
        <p:txBody>
          <a:bodyPr/>
          <a:lstStyle>
            <a:lvl1pPr>
              <a:defRPr sz="1400">
                <a:solidFill>
                  <a:schemeClr val="tx1"/>
                </a:solidFill>
              </a:defRPr>
            </a:lvl1pPr>
          </a:lstStyle>
          <a:p>
            <a:endParaRPr lang="en-US" dirty="0"/>
          </a:p>
        </p:txBody>
      </p:sp>
      <p:sp>
        <p:nvSpPr>
          <p:cNvPr id="14" name="Number Text Placeholder 13">
            <a:extLst>
              <a:ext uri="{FF2B5EF4-FFF2-40B4-BE49-F238E27FC236}">
                <a16:creationId xmlns:a16="http://schemas.microsoft.com/office/drawing/2014/main" id="{C8956EBD-8393-95D1-85FB-895F28E855C3}"/>
              </a:ext>
            </a:extLst>
          </p:cNvPr>
          <p:cNvSpPr>
            <a:spLocks noGrp="1"/>
          </p:cNvSpPr>
          <p:nvPr>
            <p:ph type="body" sz="quarter" idx="13" hasCustomPrompt="1"/>
          </p:nvPr>
        </p:nvSpPr>
        <p:spPr>
          <a:xfrm>
            <a:off x="8294255" y="4073237"/>
            <a:ext cx="3897745" cy="2784764"/>
          </a:xfrm>
          <a:prstGeom prst="rect">
            <a:avLst/>
          </a:prstGeom>
          <a:gradFill flip="none" rotWithShape="1">
            <a:gsLst>
              <a:gs pos="14000">
                <a:srgbClr val="05CC93"/>
              </a:gs>
              <a:gs pos="39000">
                <a:srgbClr val="05CC93">
                  <a:alpha val="80353"/>
                </a:srgbClr>
              </a:gs>
              <a:gs pos="85000">
                <a:schemeClr val="bg1">
                  <a:alpha val="0"/>
                </a:schemeClr>
              </a:gs>
            </a:gsLst>
            <a:lin ang="2700000" scaled="1"/>
            <a:tileRect/>
          </a:gradFill>
        </p:spPr>
        <p:txBody>
          <a:bodyPr vert="horz" lIns="274320" tIns="274320" rIns="182880" bIns="182880" rtlCol="0">
            <a:noAutofit/>
          </a:bodyPr>
          <a:lstStyle>
            <a:lvl1pPr>
              <a:defRPr lang="en-US" sz="6000" dirty="0">
                <a:solidFill>
                  <a:schemeClr val="tx1"/>
                </a:solidFill>
                <a:latin typeface="HPE Graphik Light" pitchFamily="50" charset="0"/>
              </a:defRPr>
            </a:lvl1pPr>
            <a:lvl2pPr>
              <a:defRPr lang="en-US" dirty="0">
                <a:solidFill>
                  <a:sysClr val="windowText" lastClr="000000"/>
                </a:solidFill>
              </a:defRPr>
            </a:lvl2pPr>
          </a:lstStyle>
          <a:p>
            <a:pPr lvl="0">
              <a:lnSpc>
                <a:spcPct val="90000"/>
              </a:lnSpc>
            </a:pPr>
            <a:r>
              <a:rPr lang="en-US" dirty="0"/>
              <a:t>XX%</a:t>
            </a:r>
          </a:p>
        </p:txBody>
      </p:sp>
      <p:sp>
        <p:nvSpPr>
          <p:cNvPr id="6" name="Title 5">
            <a:extLst>
              <a:ext uri="{FF2B5EF4-FFF2-40B4-BE49-F238E27FC236}">
                <a16:creationId xmlns:a16="http://schemas.microsoft.com/office/drawing/2014/main" id="{6B5CDF8B-3973-89BC-B0C3-00991681109B}"/>
              </a:ext>
            </a:extLst>
          </p:cNvPr>
          <p:cNvSpPr>
            <a:spLocks noGrp="1"/>
          </p:cNvSpPr>
          <p:nvPr>
            <p:ph type="title" hasCustomPrompt="1"/>
          </p:nvPr>
        </p:nvSpPr>
        <p:spPr>
          <a:xfrm>
            <a:off x="374904" y="393192"/>
            <a:ext cx="3462615" cy="841248"/>
          </a:xfrm>
        </p:spPr>
        <p:txBody>
          <a:bodyPr/>
          <a:lstStyle>
            <a:lvl1pPr>
              <a:lnSpc>
                <a:spcPct val="100000"/>
              </a:lnSpc>
              <a:defRPr>
                <a:solidFill>
                  <a:schemeClr val="tx1"/>
                </a:solidFill>
              </a:defRPr>
            </a:lvl1pPr>
          </a:lstStyle>
          <a:p>
            <a:r>
              <a:rPr lang="pl-PL" dirty="0"/>
              <a:t>Title only and </a:t>
            </a:r>
            <a:r>
              <a:rPr lang="en-US" dirty="0"/>
              <a:t>Content</a:t>
            </a:r>
          </a:p>
        </p:txBody>
      </p:sp>
      <p:pic>
        <p:nvPicPr>
          <p:cNvPr id="7" name="Graphic 6">
            <a:extLst>
              <a:ext uri="{FF2B5EF4-FFF2-40B4-BE49-F238E27FC236}">
                <a16:creationId xmlns:a16="http://schemas.microsoft.com/office/drawing/2014/main" id="{8FA01E04-C64C-CB22-532A-A4E1A8B4F2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374651" y="6402311"/>
            <a:ext cx="527812" cy="150888"/>
          </a:xfrm>
          <a:prstGeom prst="rect">
            <a:avLst/>
          </a:prstGeom>
        </p:spPr>
      </p:pic>
      <p:sp>
        <p:nvSpPr>
          <p:cNvPr id="4" name="Footer Placeholder 3">
            <a:extLst>
              <a:ext uri="{FF2B5EF4-FFF2-40B4-BE49-F238E27FC236}">
                <a16:creationId xmlns:a16="http://schemas.microsoft.com/office/drawing/2014/main" id="{5C2101BA-46FD-36C0-99F1-408C742C9723}"/>
              </a:ext>
            </a:extLst>
          </p:cNvPr>
          <p:cNvSpPr>
            <a:spLocks noGrp="1"/>
          </p:cNvSpPr>
          <p:nvPr>
            <p:ph type="ftr" sz="quarter" idx="14"/>
          </p:nvPr>
        </p:nvSpPr>
        <p:spPr/>
        <p:txBody>
          <a:bodyPr/>
          <a:lstStyle>
            <a:lvl1pPr>
              <a:defRPr>
                <a:solidFill>
                  <a:schemeClr val="tx1"/>
                </a:solidFill>
                <a:latin typeface="+mn-lt"/>
              </a:defRPr>
            </a:lvl1p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32D4E478-B9A3-DF0A-2BC5-A31D39827AD1}"/>
              </a:ext>
            </a:extLst>
          </p:cNvPr>
          <p:cNvSpPr>
            <a:spLocks noGrp="1"/>
          </p:cNvSpPr>
          <p:nvPr>
            <p:ph type="sldNum" sz="quarter" idx="15"/>
          </p:nvPr>
        </p:nvSpPr>
        <p:spPr/>
        <p:txBody>
          <a:bodyPr/>
          <a:lstStyle>
            <a:lvl1pPr>
              <a:defRPr>
                <a:solidFill>
                  <a:schemeClr val="tx1"/>
                </a:solidFill>
                <a:latin typeface="+mn-lt"/>
              </a:defRPr>
            </a:lvl1pPr>
          </a:lstStyle>
          <a:p>
            <a:fld id="{C0388CE4-E87A-43A8-A4DA-5AAB8529E0B0}" type="slidenum">
              <a:rPr lang="en-US" smtClean="0"/>
              <a:pPr/>
              <a:t>‹#›</a:t>
            </a:fld>
            <a:endParaRPr lang="en-US" dirty="0"/>
          </a:p>
        </p:txBody>
      </p:sp>
      <p:sp>
        <p:nvSpPr>
          <p:cNvPr id="2" name="Text Placeholder">
            <a:extLst>
              <a:ext uri="{FF2B5EF4-FFF2-40B4-BE49-F238E27FC236}">
                <a16:creationId xmlns:a16="http://schemas.microsoft.com/office/drawing/2014/main" id="{9192AB6B-CCDC-C9ED-9B4D-B9B1DAE2FC2F}"/>
              </a:ext>
            </a:extLst>
          </p:cNvPr>
          <p:cNvSpPr>
            <a:spLocks noGrp="1"/>
          </p:cNvSpPr>
          <p:nvPr>
            <p:ph type="body" sz="quarter" idx="16"/>
          </p:nvPr>
        </p:nvSpPr>
        <p:spPr>
          <a:xfrm>
            <a:off x="374905" y="1541418"/>
            <a:ext cx="3462614" cy="4729842"/>
          </a:xfrm>
          <a:prstGeom prst="rect">
            <a:avLst/>
          </a:prstGeom>
        </p:spPr>
        <p:txBody>
          <a:bodyPr lIns="0" tIns="45720" rIns="0" bIns="45720"/>
          <a:lstStyle>
            <a:lvl1pPr>
              <a:spcAft>
                <a:spcPts val="0"/>
              </a:spcAft>
              <a:defRPr>
                <a:solidFill>
                  <a:schemeClr val="tx1"/>
                </a:solidFill>
                <a:latin typeface="+mn-lt"/>
              </a:defRPr>
            </a:lvl1pPr>
            <a:lvl2pPr>
              <a:spcAft>
                <a:spcPts val="0"/>
              </a:spcAft>
              <a:defRPr>
                <a:solidFill>
                  <a:schemeClr val="tx1"/>
                </a:solidFill>
                <a:latin typeface="+mn-lt"/>
              </a:defRPr>
            </a:lvl2pPr>
            <a:lvl3pPr>
              <a:spcAft>
                <a:spcPts val="0"/>
              </a:spcAft>
              <a:defRPr>
                <a:solidFill>
                  <a:schemeClr val="tx1"/>
                </a:solidFill>
                <a:latin typeface="+mn-lt"/>
              </a:defRPr>
            </a:lvl3pPr>
            <a:lvl4pPr>
              <a:spcAft>
                <a:spcPts val="0"/>
              </a:spcAft>
              <a:defRPr>
                <a:solidFill>
                  <a:schemeClr val="tx1"/>
                </a:solidFill>
                <a:latin typeface="+mn-lt"/>
              </a:defRPr>
            </a:lvl4pPr>
            <a:lvl5pPr>
              <a:spcAft>
                <a:spcPts val="0"/>
              </a:spcAft>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a Text Placeholder">
            <a:extLst>
              <a:ext uri="{FF2B5EF4-FFF2-40B4-BE49-F238E27FC236}">
                <a16:creationId xmlns:a16="http://schemas.microsoft.com/office/drawing/2014/main" id="{500C222B-F667-A5FC-32C7-C2F0B92957E5}"/>
              </a:ext>
            </a:extLst>
          </p:cNvPr>
          <p:cNvSpPr>
            <a:spLocks noGrp="1"/>
          </p:cNvSpPr>
          <p:nvPr>
            <p:ph type="body" sz="quarter" idx="17"/>
          </p:nvPr>
        </p:nvSpPr>
        <p:spPr>
          <a:xfrm>
            <a:off x="8586788" y="5251730"/>
            <a:ext cx="3230307" cy="885389"/>
          </a:xfrm>
          <a:prstGeom prst="rect">
            <a:avLst/>
          </a:prstGeom>
        </p:spPr>
        <p:txBody>
          <a:bodyPr/>
          <a:lstStyle>
            <a:lvl1pPr>
              <a:lnSpc>
                <a:spcPct val="80000"/>
              </a:lnSpc>
              <a:defRPr>
                <a:solidFill>
                  <a:schemeClr val="tx1"/>
                </a:solidFill>
                <a:latin typeface="+mn-lt"/>
              </a:defRPr>
            </a:lvl1pPr>
          </a:lstStyle>
          <a:p>
            <a:pPr lvl="0"/>
            <a:r>
              <a:rPr lang="en-US" dirty="0"/>
              <a:t>Click to edit Master text styles</a:t>
            </a:r>
          </a:p>
        </p:txBody>
      </p:sp>
    </p:spTree>
    <p:extLst>
      <p:ext uri="{BB962C8B-B14F-4D97-AF65-F5344CB8AC3E}">
        <p14:creationId xmlns:p14="http://schemas.microsoft.com/office/powerpoint/2010/main" val="508630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B7A4816A-A410-795D-BEA0-AED8FFD5F45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374651" y="6402311"/>
            <a:ext cx="527812" cy="150888"/>
          </a:xfrm>
          <a:prstGeom prst="rect">
            <a:avLst/>
          </a:prstGeom>
        </p:spPr>
      </p:pic>
      <p:sp>
        <p:nvSpPr>
          <p:cNvPr id="2" name="Footer Placeholder 1">
            <a:extLst>
              <a:ext uri="{FF2B5EF4-FFF2-40B4-BE49-F238E27FC236}">
                <a16:creationId xmlns:a16="http://schemas.microsoft.com/office/drawing/2014/main" id="{6DCBED57-19AD-707F-6DA8-8B468453C59B}"/>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0136B64A-A8CA-B4F8-1ED1-53DA9C290E0D}"/>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65325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Empty">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176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Edge-To-Edge Picture">
    <p:bg>
      <p:bgPr>
        <a:solidFill>
          <a:schemeClr val="bg1">
            <a:lumMod val="95000"/>
          </a:schemeClr>
        </a:solidFill>
        <a:effectLst/>
      </p:bgPr>
    </p:bg>
    <p:spTree>
      <p:nvGrpSpPr>
        <p:cNvPr id="1" name=""/>
        <p:cNvGrpSpPr/>
        <p:nvPr/>
      </p:nvGrpSpPr>
      <p:grpSpPr>
        <a:xfrm>
          <a:off x="0" y="0"/>
          <a:ext cx="0" cy="0"/>
          <a:chOff x="0" y="0"/>
          <a:chExt cx="0" cy="0"/>
        </a:xfrm>
      </p:grpSpPr>
      <p:sp>
        <p:nvSpPr>
          <p:cNvPr id="15" name="Picture Placeholder"/>
          <p:cNvSpPr>
            <a:spLocks noGrp="1"/>
          </p:cNvSpPr>
          <p:nvPr>
            <p:ph type="pic" sz="quarter" idx="18" hasCustomPrompt="1"/>
          </p:nvPr>
        </p:nvSpPr>
        <p:spPr>
          <a:xfrm>
            <a:off x="0" y="0"/>
            <a:ext cx="12192000" cy="6858000"/>
          </a:xfrm>
          <a:prstGeom prst="rect">
            <a:avLst/>
          </a:prstGeom>
          <a:ln>
            <a:noFill/>
            <a:miter lim="800000"/>
          </a:ln>
        </p:spPr>
        <p:txBody>
          <a:bodyPr anchor="ctr"/>
          <a:lstStyle>
            <a:lvl1pPr marL="0" indent="0" algn="ctr">
              <a:buNone/>
              <a:defRPr>
                <a:latin typeface="+mn-lt"/>
              </a:defRPr>
            </a:lvl1pPr>
          </a:lstStyle>
          <a:p>
            <a:r>
              <a:rPr lang="en-US" dirty="0"/>
              <a:t>Click to add picture</a:t>
            </a:r>
          </a:p>
        </p:txBody>
      </p:sp>
      <p:sp>
        <p:nvSpPr>
          <p:cNvPr id="2" name="Footer Placeholder 1">
            <a:extLst>
              <a:ext uri="{FF2B5EF4-FFF2-40B4-BE49-F238E27FC236}">
                <a16:creationId xmlns:a16="http://schemas.microsoft.com/office/drawing/2014/main" id="{D56B6084-0FE4-4048-3583-741AE0C95AEC}"/>
              </a:ext>
            </a:extLst>
          </p:cNvPr>
          <p:cNvSpPr>
            <a:spLocks noGrp="1"/>
          </p:cNvSpPr>
          <p:nvPr>
            <p:ph type="ftr" sz="quarter" idx="19"/>
          </p:nvPr>
        </p:nvSpPr>
        <p:spPr/>
        <p:txBody>
          <a:bodyPr/>
          <a:lstStyle/>
          <a:p>
            <a:pPr algn="r"/>
            <a:r>
              <a:rPr lang="en-US"/>
              <a:t>Confidential | Authorized HPE Partner Use Only</a:t>
            </a:r>
            <a:endParaRPr lang="en-US" dirty="0"/>
          </a:p>
        </p:txBody>
      </p:sp>
      <p:sp>
        <p:nvSpPr>
          <p:cNvPr id="3" name="Slide Number Placeholder 2">
            <a:extLst>
              <a:ext uri="{FF2B5EF4-FFF2-40B4-BE49-F238E27FC236}">
                <a16:creationId xmlns:a16="http://schemas.microsoft.com/office/drawing/2014/main" id="{51FA49D1-EA5E-4BDC-03EF-986C3CB3B92E}"/>
              </a:ext>
            </a:extLst>
          </p:cNvPr>
          <p:cNvSpPr>
            <a:spLocks noGrp="1"/>
          </p:cNvSpPr>
          <p:nvPr>
            <p:ph type="sldNum" sz="quarter" idx="20"/>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950186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Quote or Statement 1">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58C0B22-3DC2-E652-E265-9A67A96AF6DE}"/>
              </a:ext>
            </a:extLst>
          </p:cNvPr>
          <p:cNvSpPr>
            <a:spLocks noGrp="1"/>
          </p:cNvSpPr>
          <p:nvPr>
            <p:ph type="title" hasCustomPrompt="1"/>
          </p:nvPr>
        </p:nvSpPr>
        <p:spPr>
          <a:xfrm>
            <a:off x="374904" y="2300224"/>
            <a:ext cx="10098780" cy="847538"/>
          </a:xfrm>
        </p:spPr>
        <p:txBody>
          <a:bodyPr/>
          <a:lstStyle>
            <a:lvl1pPr>
              <a:defRPr sz="5500"/>
            </a:lvl1pPr>
          </a:lstStyle>
          <a:p>
            <a:r>
              <a:rPr lang="en-US" dirty="0"/>
              <a:t>Big idea statement single line</a:t>
            </a:r>
          </a:p>
        </p:txBody>
      </p:sp>
      <p:sp>
        <p:nvSpPr>
          <p:cNvPr id="2" name="Footer Placeholder 1">
            <a:extLst>
              <a:ext uri="{FF2B5EF4-FFF2-40B4-BE49-F238E27FC236}">
                <a16:creationId xmlns:a16="http://schemas.microsoft.com/office/drawing/2014/main" id="{21BA14BF-4CB3-F25B-80B2-5B579ED3869A}"/>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DC303F11-128A-0352-F6B9-03E0CB827CBC}"/>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64819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Quote or Statement 2">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FC9F-8AB0-7F54-8921-E13E2DDC8D54}"/>
              </a:ext>
            </a:extLst>
          </p:cNvPr>
          <p:cNvSpPr>
            <a:spLocks noGrp="1"/>
          </p:cNvSpPr>
          <p:nvPr>
            <p:ph type="title" hasCustomPrompt="1"/>
          </p:nvPr>
        </p:nvSpPr>
        <p:spPr>
          <a:xfrm>
            <a:off x="374904" y="2304615"/>
            <a:ext cx="9416520" cy="2306296"/>
          </a:xfrm>
        </p:spPr>
        <p:txBody>
          <a:bodyPr/>
          <a:lstStyle>
            <a:lvl1pPr>
              <a:lnSpc>
                <a:spcPct val="85000"/>
              </a:lnSpc>
              <a:defRPr sz="5500" b="0" i="0">
                <a:latin typeface="HPE Graphik Light" pitchFamily="2" charset="77"/>
              </a:defRPr>
            </a:lvl1pPr>
          </a:lstStyle>
          <a:p>
            <a:r>
              <a:rPr lang="en-US" dirty="0"/>
              <a:t>Big idea statement or section header with multiple lines can be placed here</a:t>
            </a:r>
          </a:p>
        </p:txBody>
      </p:sp>
      <p:sp>
        <p:nvSpPr>
          <p:cNvPr id="3" name="Footer Placeholder 2">
            <a:extLst>
              <a:ext uri="{FF2B5EF4-FFF2-40B4-BE49-F238E27FC236}">
                <a16:creationId xmlns:a16="http://schemas.microsoft.com/office/drawing/2014/main" id="{22C4FC89-98CE-BBFA-D898-76DCDE986AA5}"/>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0742BF92-646B-24E1-901E-D19598CBBE04}"/>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106832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Quote or Statement 3">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B2CDC00-5B37-BE1C-550C-F0774AF9515D}"/>
              </a:ext>
            </a:extLst>
          </p:cNvPr>
          <p:cNvSpPr>
            <a:spLocks noGrp="1"/>
          </p:cNvSpPr>
          <p:nvPr>
            <p:ph type="title" hasCustomPrompt="1"/>
          </p:nvPr>
        </p:nvSpPr>
        <p:spPr>
          <a:xfrm>
            <a:off x="374904" y="2300224"/>
            <a:ext cx="10098780" cy="847538"/>
          </a:xfrm>
        </p:spPr>
        <p:txBody>
          <a:bodyPr/>
          <a:lstStyle>
            <a:lvl1pPr>
              <a:defRPr sz="5500"/>
            </a:lvl1pPr>
          </a:lstStyle>
          <a:p>
            <a:r>
              <a:rPr lang="en-US" dirty="0"/>
              <a:t>Big idea statement single line</a:t>
            </a:r>
          </a:p>
        </p:txBody>
      </p:sp>
      <p:sp>
        <p:nvSpPr>
          <p:cNvPr id="2" name="Footer Placeholder 1">
            <a:extLst>
              <a:ext uri="{FF2B5EF4-FFF2-40B4-BE49-F238E27FC236}">
                <a16:creationId xmlns:a16="http://schemas.microsoft.com/office/drawing/2014/main" id="{5D7AC752-1063-D945-4038-6C1905F0CC4D}"/>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3" name="Slide Number Placeholder 2">
            <a:extLst>
              <a:ext uri="{FF2B5EF4-FFF2-40B4-BE49-F238E27FC236}">
                <a16:creationId xmlns:a16="http://schemas.microsoft.com/office/drawing/2014/main" id="{6BD784A7-2DD7-80EE-047F-D63021A3268F}"/>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187781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Quote or Statement 4">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FC9F-8AB0-7F54-8921-E13E2DDC8D54}"/>
              </a:ext>
            </a:extLst>
          </p:cNvPr>
          <p:cNvSpPr>
            <a:spLocks noGrp="1"/>
          </p:cNvSpPr>
          <p:nvPr>
            <p:ph type="title" hasCustomPrompt="1"/>
          </p:nvPr>
        </p:nvSpPr>
        <p:spPr>
          <a:xfrm>
            <a:off x="374904" y="2304288"/>
            <a:ext cx="9457413" cy="2304288"/>
          </a:xfrm>
        </p:spPr>
        <p:txBody>
          <a:bodyPr/>
          <a:lstStyle>
            <a:lvl1pPr>
              <a:lnSpc>
                <a:spcPct val="85000"/>
              </a:lnSpc>
              <a:defRPr sz="5500" b="0" i="0">
                <a:solidFill>
                  <a:schemeClr val="tx1"/>
                </a:solidFill>
                <a:latin typeface="HPE Graphik Light" pitchFamily="2" charset="77"/>
              </a:defRPr>
            </a:lvl1pPr>
          </a:lstStyle>
          <a:p>
            <a:r>
              <a:rPr lang="en-US" dirty="0"/>
              <a:t>Big idea statement or section header with multiple lines can be placed here</a:t>
            </a:r>
          </a:p>
        </p:txBody>
      </p:sp>
      <p:sp>
        <p:nvSpPr>
          <p:cNvPr id="3" name="Footer Placeholder 2">
            <a:extLst>
              <a:ext uri="{FF2B5EF4-FFF2-40B4-BE49-F238E27FC236}">
                <a16:creationId xmlns:a16="http://schemas.microsoft.com/office/drawing/2014/main" id="{7FEAC085-14E9-0648-9F2A-D3AD872D9768}"/>
              </a:ext>
            </a:extLst>
          </p:cNvPr>
          <p:cNvSpPr>
            <a:spLocks noGrp="1"/>
          </p:cNvSpPr>
          <p:nvPr>
            <p:ph type="ftr" sz="quarter" idx="10"/>
          </p:nvPr>
        </p:nvSpPr>
        <p:spPr/>
        <p:txBody>
          <a:bodyPr/>
          <a:lstStyle/>
          <a:p>
            <a:pPr algn="r"/>
            <a:r>
              <a:rPr lang="en-US" dirty="0"/>
              <a:t>Confidential | Authorized HPE Partner Use Only</a:t>
            </a:r>
          </a:p>
        </p:txBody>
      </p:sp>
      <p:sp>
        <p:nvSpPr>
          <p:cNvPr id="6" name="Slide Number Placeholder 5">
            <a:extLst>
              <a:ext uri="{FF2B5EF4-FFF2-40B4-BE49-F238E27FC236}">
                <a16:creationId xmlns:a16="http://schemas.microsoft.com/office/drawing/2014/main" id="{2FCAEB46-BF54-E6AC-203B-DC671344E5B4}"/>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425130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ext, Quote or Statement 5">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FC9F-8AB0-7F54-8921-E13E2DDC8D54}"/>
              </a:ext>
            </a:extLst>
          </p:cNvPr>
          <p:cNvSpPr>
            <a:spLocks noGrp="1"/>
          </p:cNvSpPr>
          <p:nvPr>
            <p:ph type="title" hasCustomPrompt="1"/>
          </p:nvPr>
        </p:nvSpPr>
        <p:spPr>
          <a:xfrm>
            <a:off x="7747254" y="374650"/>
            <a:ext cx="4062159" cy="3553883"/>
          </a:xfrm>
        </p:spPr>
        <p:txBody>
          <a:bodyPr anchor="t"/>
          <a:lstStyle>
            <a:lvl1pPr>
              <a:lnSpc>
                <a:spcPct val="90000"/>
              </a:lnSpc>
              <a:defRPr sz="4000" b="0" i="0">
                <a:solidFill>
                  <a:schemeClr val="tx1"/>
                </a:solidFill>
                <a:latin typeface="HPE Graphik Light" pitchFamily="2" charset="77"/>
              </a:defRPr>
            </a:lvl1pPr>
          </a:lstStyle>
          <a:p>
            <a:r>
              <a:rPr lang="en-US" dirty="0"/>
              <a:t>Big idea</a:t>
            </a:r>
            <a:br>
              <a:rPr lang="en-US" dirty="0"/>
            </a:br>
            <a:r>
              <a:rPr lang="en-US" dirty="0"/>
              <a:t>statement with</a:t>
            </a:r>
            <a:br>
              <a:rPr lang="en-US" dirty="0"/>
            </a:br>
            <a:r>
              <a:rPr lang="en-US" dirty="0"/>
              <a:t>multiple lines</a:t>
            </a:r>
            <a:br>
              <a:rPr lang="en-US" dirty="0"/>
            </a:br>
            <a:r>
              <a:rPr lang="en-US" dirty="0"/>
              <a:t>placed here</a:t>
            </a:r>
            <a:br>
              <a:rPr lang="en-US" dirty="0"/>
            </a:br>
            <a:r>
              <a:rPr lang="en-US" dirty="0"/>
              <a:t>lorem ipsum</a:t>
            </a:r>
            <a:br>
              <a:rPr lang="en-US" dirty="0"/>
            </a:br>
            <a:r>
              <a:rPr lang="en-US" dirty="0"/>
              <a:t>dolor sit </a:t>
            </a:r>
            <a:r>
              <a:rPr lang="en-US" dirty="0" err="1"/>
              <a:t>amet</a:t>
            </a:r>
            <a:endParaRPr lang="en-US" dirty="0"/>
          </a:p>
        </p:txBody>
      </p:sp>
      <p:sp>
        <p:nvSpPr>
          <p:cNvPr id="3" name="Footer Placeholder 2">
            <a:extLst>
              <a:ext uri="{FF2B5EF4-FFF2-40B4-BE49-F238E27FC236}">
                <a16:creationId xmlns:a16="http://schemas.microsoft.com/office/drawing/2014/main" id="{9058DE96-548B-9145-85BC-5AF5D7253799}"/>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33DAEC1C-FBEC-C5AF-4FAC-F67E7EBEFDA3}"/>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246673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Quote or Statement 6">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FC9F-8AB0-7F54-8921-E13E2DDC8D54}"/>
              </a:ext>
            </a:extLst>
          </p:cNvPr>
          <p:cNvSpPr>
            <a:spLocks noGrp="1"/>
          </p:cNvSpPr>
          <p:nvPr>
            <p:ph type="title" hasCustomPrompt="1"/>
          </p:nvPr>
        </p:nvSpPr>
        <p:spPr>
          <a:xfrm>
            <a:off x="374904" y="2304289"/>
            <a:ext cx="5676900" cy="3747262"/>
          </a:xfrm>
        </p:spPr>
        <p:txBody>
          <a:bodyPr anchor="t">
            <a:noAutofit/>
          </a:bodyPr>
          <a:lstStyle>
            <a:lvl1pPr>
              <a:lnSpc>
                <a:spcPct val="90000"/>
              </a:lnSpc>
              <a:defRPr sz="5000" b="0" i="0">
                <a:solidFill>
                  <a:schemeClr val="tx1"/>
                </a:solidFill>
                <a:latin typeface="HPE Graphik Light" pitchFamily="2" charset="77"/>
              </a:defRPr>
            </a:lvl1pPr>
          </a:lstStyle>
          <a:p>
            <a:pPr algn="l"/>
            <a:r>
              <a:rPr lang="en-US" dirty="0"/>
              <a:t>Big idea statement with multiple lines placed here</a:t>
            </a:r>
            <a:br>
              <a:rPr lang="en-US" dirty="0"/>
            </a:br>
            <a:r>
              <a:rPr lang="en-US" dirty="0"/>
              <a:t>lorem ipsum dolor</a:t>
            </a:r>
          </a:p>
        </p:txBody>
      </p:sp>
      <p:sp>
        <p:nvSpPr>
          <p:cNvPr id="3" name="Footer Placeholder 2">
            <a:extLst>
              <a:ext uri="{FF2B5EF4-FFF2-40B4-BE49-F238E27FC236}">
                <a16:creationId xmlns:a16="http://schemas.microsoft.com/office/drawing/2014/main" id="{73714F5D-2F9A-82E8-FC18-7CB268754870}"/>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8A51A1E7-04E9-D26E-A5C3-735AE6D398C0}"/>
              </a:ext>
            </a:extLst>
          </p:cNvPr>
          <p:cNvSpPr>
            <a:spLocks noGrp="1"/>
          </p:cNvSpPr>
          <p:nvPr>
            <p:ph type="sldNum" sz="quarter" idx="11"/>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293437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17" name="Speaker contact information">
            <a:extLst>
              <a:ext uri="{FF2B5EF4-FFF2-40B4-BE49-F238E27FC236}">
                <a16:creationId xmlns:a16="http://schemas.microsoft.com/office/drawing/2014/main" id="{6BDD934D-C46A-42E7-82F9-E43F9A3604D0}"/>
              </a:ext>
            </a:extLst>
          </p:cNvPr>
          <p:cNvSpPr>
            <a:spLocks noGrp="1" noRot="1" noMove="1" noResize="1" noEditPoints="1" noAdjustHandles="1" noChangeArrowheads="1" noChangeShapeType="1"/>
          </p:cNvSpPr>
          <p:nvPr>
            <p:ph type="body" sz="quarter" idx="13" hasCustomPrompt="1"/>
          </p:nvPr>
        </p:nvSpPr>
        <p:spPr>
          <a:xfrm>
            <a:off x="383433" y="3392391"/>
            <a:ext cx="8188525" cy="876300"/>
          </a:xfrm>
          <a:prstGeom prst="rect">
            <a:avLst/>
          </a:prstGeom>
        </p:spPr>
        <p:txBody>
          <a:bodyPr lIns="0" tIns="45720" rIns="0" bIns="45720">
            <a:noAutofit/>
          </a:bodyPr>
          <a:lstStyle>
            <a:lvl1pPr marL="0" indent="0">
              <a:lnSpc>
                <a:spcPct val="100000"/>
              </a:lnSpc>
              <a:spcBef>
                <a:spcPts val="0"/>
              </a:spcBef>
              <a:spcAft>
                <a:spcPts val="0"/>
              </a:spcAft>
              <a:buNone/>
              <a:defRPr sz="1500" baseline="0">
                <a:solidFill>
                  <a:schemeClr val="tx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Speaker contact information</a:t>
            </a:r>
          </a:p>
        </p:txBody>
      </p:sp>
      <p:sp>
        <p:nvSpPr>
          <p:cNvPr id="12" name="Title">
            <a:extLst>
              <a:ext uri="{FF2B5EF4-FFF2-40B4-BE49-F238E27FC236}">
                <a16:creationId xmlns:a16="http://schemas.microsoft.com/office/drawing/2014/main" id="{B56764AC-9C6B-4C1D-BE2B-C4E8A087CA75}"/>
              </a:ext>
            </a:extLst>
          </p:cNvPr>
          <p:cNvSpPr>
            <a:spLocks noGrp="1" noRot="1" noMove="1" noResize="1" noEditPoints="1" noAdjustHandles="1" noChangeArrowheads="1" noChangeShapeType="1"/>
          </p:cNvSpPr>
          <p:nvPr>
            <p:ph type="title" hasCustomPrompt="1"/>
          </p:nvPr>
        </p:nvSpPr>
        <p:spPr>
          <a:xfrm>
            <a:off x="374903" y="2449576"/>
            <a:ext cx="8188525" cy="875899"/>
          </a:xfrm>
        </p:spPr>
        <p:txBody>
          <a:bodyPr lIns="0" tIns="0" rIns="0" bIns="0" anchor="b"/>
          <a:lstStyle>
            <a:lvl1pPr>
              <a:lnSpc>
                <a:spcPct val="90000"/>
              </a:lnSpc>
              <a:spcBef>
                <a:spcPct val="0"/>
              </a:spcBef>
              <a:spcAft>
                <a:spcPts val="0"/>
              </a:spcAft>
              <a:defRPr sz="5600">
                <a:solidFill>
                  <a:schemeClr val="tx1"/>
                </a:solidFill>
              </a:defRPr>
            </a:lvl1pPr>
          </a:lstStyle>
          <a:p>
            <a:r>
              <a:rPr lang="en-US" dirty="0"/>
              <a:t>Thank </a:t>
            </a:r>
            <a:r>
              <a:rPr lang="pl-PL" dirty="0"/>
              <a:t>Y</a:t>
            </a:r>
            <a:r>
              <a:rPr lang="en-US" dirty="0" err="1"/>
              <a:t>ou</a:t>
            </a:r>
            <a:endParaRPr lang="en-US" dirty="0"/>
          </a:p>
        </p:txBody>
      </p:sp>
      <p:sp>
        <p:nvSpPr>
          <p:cNvPr id="7" name="Copyright">
            <a:extLst>
              <a:ext uri="{FF2B5EF4-FFF2-40B4-BE49-F238E27FC236}">
                <a16:creationId xmlns:a16="http://schemas.microsoft.com/office/drawing/2014/main" id="{8A720469-4E8E-4F55-96D3-10560B47177B}"/>
              </a:ext>
            </a:extLst>
          </p:cNvPr>
          <p:cNvSpPr txBox="1">
            <a:spLocks noGrp="1" noRot="1" noMove="1" noResize="1" noEditPoints="1" noAdjustHandles="1" noChangeArrowheads="1" noChangeShapeType="1"/>
          </p:cNvSpPr>
          <p:nvPr userDrawn="1"/>
        </p:nvSpPr>
        <p:spPr>
          <a:xfrm>
            <a:off x="5092816" y="6418471"/>
            <a:ext cx="6717823" cy="138499"/>
          </a:xfrm>
          <a:prstGeom prst="rect">
            <a:avLst/>
          </a:prstGeom>
          <a:noFill/>
          <a:ln w="57150">
            <a:noFill/>
            <a:miter lim="800000"/>
          </a:ln>
        </p:spPr>
        <p:txBody>
          <a:bodyPr wrap="square" lIns="0" tIns="0" rIns="0" bIns="0">
            <a:spAutoFit/>
          </a:bodyPr>
          <a:lstStyle/>
          <a:p>
            <a:pPr algn="r"/>
            <a:r>
              <a:rPr lang="en-US" sz="900" dirty="0">
                <a:solidFill>
                  <a:schemeClr val="tx1"/>
                </a:solidFill>
                <a:effectLst/>
                <a:latin typeface="+mn-lt"/>
                <a:ea typeface="Times New Roman" panose="02020603050405020304" pitchFamily="18" charset="0"/>
                <a:cs typeface="Times New Roman" panose="02020603050405020304" pitchFamily="18" charset="0"/>
              </a:rPr>
              <a:t>© </a:t>
            </a:r>
            <a:fld id="{DA3777BF-A1C6-4F92-A9EA-7320C98A4638}" type="datetimeyyyy">
              <a:rPr lang="en-US" sz="900" smtClean="0">
                <a:solidFill>
                  <a:schemeClr val="tx1"/>
                </a:solidFill>
                <a:effectLst/>
                <a:latin typeface="+mn-lt"/>
                <a:ea typeface="Times New Roman" panose="02020603050405020304" pitchFamily="18" charset="0"/>
                <a:cs typeface="Times New Roman" panose="02020603050405020304" pitchFamily="18" charset="0"/>
              </a:rPr>
              <a:pPr algn="r"/>
              <a:t>2026</a:t>
            </a:fld>
            <a:r>
              <a:rPr lang="en-US" sz="900" dirty="0">
                <a:solidFill>
                  <a:schemeClr val="tx1"/>
                </a:solidFill>
                <a:effectLst/>
                <a:latin typeface="+mn-lt"/>
                <a:ea typeface="Times New Roman" panose="02020603050405020304" pitchFamily="18" charset="0"/>
                <a:cs typeface="Times New Roman" panose="02020603050405020304" pitchFamily="18" charset="0"/>
              </a:rPr>
              <a:t> Hewlett Packard Enterprise Development LP</a:t>
            </a:r>
          </a:p>
        </p:txBody>
      </p:sp>
      <p:sp>
        <p:nvSpPr>
          <p:cNvPr id="3" name="Footer Placeholder 2">
            <a:extLst>
              <a:ext uri="{FF2B5EF4-FFF2-40B4-BE49-F238E27FC236}">
                <a16:creationId xmlns:a16="http://schemas.microsoft.com/office/drawing/2014/main" id="{88F29566-5470-D3D8-0F61-D70F81B7E500}"/>
              </a:ext>
            </a:extLst>
          </p:cNvPr>
          <p:cNvSpPr>
            <a:spLocks noGrp="1" noRot="1" noMove="1" noResize="1" noEditPoints="1" noAdjustHandles="1" noChangeArrowheads="1" noChangeShapeType="1"/>
          </p:cNvSpPr>
          <p:nvPr>
            <p:ph type="ftr" sz="quarter" idx="14"/>
          </p:nvPr>
        </p:nvSpPr>
        <p:spPr>
          <a:xfrm>
            <a:off x="5592973" y="6192760"/>
            <a:ext cx="6217666" cy="190500"/>
          </a:xfrm>
        </p:spPr>
        <p:txBody>
          <a:bodyPr/>
          <a:lstStyle>
            <a:lvl1pPr>
              <a:defRPr sz="900">
                <a:solidFill>
                  <a:schemeClr val="tx1"/>
                </a:solidFill>
              </a:defRPr>
            </a:lvl1pPr>
          </a:lstStyle>
          <a:p>
            <a:pPr algn="r"/>
            <a:r>
              <a:rPr lang="en-US"/>
              <a:t>Confidential | Authorized HPE Partner Use Only</a:t>
            </a:r>
            <a:endParaRPr lang="en-US" dirty="0"/>
          </a:p>
        </p:txBody>
      </p:sp>
    </p:spTree>
    <p:extLst>
      <p:ext uri="{BB962C8B-B14F-4D97-AF65-F5344CB8AC3E}">
        <p14:creationId xmlns:p14="http://schemas.microsoft.com/office/powerpoint/2010/main" val="1809894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ank you with Light Picture">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Element" descr="A green and grey gradient&#10;&#10;AI-generated content may be incorrect.">
            <a:extLst>
              <a:ext uri="{FF2B5EF4-FFF2-40B4-BE49-F238E27FC236}">
                <a16:creationId xmlns:a16="http://schemas.microsoft.com/office/drawing/2014/main" id="{12C5F0B4-0A38-5CD3-3BE3-3E3DBAF8B8C7}"/>
              </a:ext>
            </a:extLst>
          </p:cNvPr>
          <p:cNvPicPr>
            <a:picLocks noChangeAspect="1"/>
          </p:cNvPicPr>
          <p:nvPr userDrawn="1"/>
        </p:nvPicPr>
        <p:blipFill>
          <a:blip r:embed="rId2"/>
          <a:stretch>
            <a:fillRect/>
          </a:stretch>
        </p:blipFill>
        <p:spPr>
          <a:xfrm>
            <a:off x="0" y="1368339"/>
            <a:ext cx="10819505" cy="4114800"/>
          </a:xfrm>
          <a:prstGeom prst="rect">
            <a:avLst/>
          </a:prstGeom>
        </p:spPr>
      </p:pic>
      <p:sp>
        <p:nvSpPr>
          <p:cNvPr id="3" name="Text Placeholder 7">
            <a:extLst>
              <a:ext uri="{FF2B5EF4-FFF2-40B4-BE49-F238E27FC236}">
                <a16:creationId xmlns:a16="http://schemas.microsoft.com/office/drawing/2014/main" id="{12085280-0B62-84D3-5783-A089C9A32CCE}"/>
              </a:ext>
            </a:extLst>
          </p:cNvPr>
          <p:cNvSpPr>
            <a:spLocks noGrp="1"/>
          </p:cNvSpPr>
          <p:nvPr>
            <p:ph type="body" sz="quarter" idx="12" hasCustomPrompt="1"/>
          </p:nvPr>
        </p:nvSpPr>
        <p:spPr>
          <a:xfrm>
            <a:off x="383432" y="3392391"/>
            <a:ext cx="9359900" cy="876300"/>
          </a:xfrm>
          <a:prstGeom prst="rect">
            <a:avLst/>
          </a:prstGeom>
        </p:spPr>
        <p:txBody>
          <a:bodyPr lIns="0" tIns="45720" rIns="0" bIns="45720">
            <a:normAutofit/>
          </a:bodyPr>
          <a:lstStyle>
            <a:lvl1pPr>
              <a:lnSpc>
                <a:spcPct val="100000"/>
              </a:lnSpc>
              <a:spcBef>
                <a:spcPts val="0"/>
              </a:spcBef>
              <a:spcAft>
                <a:spcPts val="0"/>
              </a:spcAft>
              <a:defRPr sz="1500">
                <a:solidFill>
                  <a:schemeClr val="tx1"/>
                </a:solidFill>
              </a:defRPr>
            </a:lvl1pPr>
          </a:lstStyle>
          <a:p>
            <a:r>
              <a:rPr lang="en-US" dirty="0"/>
              <a:t>Speaker contact information</a:t>
            </a:r>
          </a:p>
        </p:txBody>
      </p:sp>
      <p:sp>
        <p:nvSpPr>
          <p:cNvPr id="8" name="Title 1">
            <a:extLst>
              <a:ext uri="{FF2B5EF4-FFF2-40B4-BE49-F238E27FC236}">
                <a16:creationId xmlns:a16="http://schemas.microsoft.com/office/drawing/2014/main" id="{ED5DFE24-7967-7D11-937E-63FD38BAB7CE}"/>
              </a:ext>
            </a:extLst>
          </p:cNvPr>
          <p:cNvSpPr>
            <a:spLocks noGrp="1"/>
          </p:cNvSpPr>
          <p:nvPr>
            <p:ph type="title" hasCustomPrompt="1"/>
          </p:nvPr>
        </p:nvSpPr>
        <p:spPr>
          <a:xfrm>
            <a:off x="374903" y="2449576"/>
            <a:ext cx="9359900" cy="875899"/>
          </a:xfrm>
        </p:spPr>
        <p:txBody>
          <a:bodyPr lIns="0" tIns="0" rIns="0" bIns="0" anchor="b"/>
          <a:lstStyle>
            <a:lvl1pPr>
              <a:lnSpc>
                <a:spcPct val="90000"/>
              </a:lnSpc>
              <a:spcBef>
                <a:spcPct val="0"/>
              </a:spcBef>
              <a:spcAft>
                <a:spcPts val="0"/>
              </a:spcAft>
              <a:defRPr sz="5600">
                <a:solidFill>
                  <a:schemeClr val="tx1"/>
                </a:solidFill>
              </a:defRPr>
            </a:lvl1pPr>
          </a:lstStyle>
          <a:p>
            <a:r>
              <a:rPr lang="en-US" dirty="0"/>
              <a:t>Thank </a:t>
            </a:r>
            <a:r>
              <a:rPr lang="pl-PL" dirty="0"/>
              <a:t>Y</a:t>
            </a:r>
            <a:r>
              <a:rPr lang="en-US" dirty="0" err="1"/>
              <a:t>ou</a:t>
            </a:r>
            <a:r>
              <a:rPr lang="en-US" dirty="0"/>
              <a:t> (</a:t>
            </a:r>
            <a:r>
              <a:rPr lang="pl-PL" dirty="0"/>
              <a:t>light</a:t>
            </a:r>
            <a:r>
              <a:rPr lang="en-US" dirty="0"/>
              <a:t> picture)</a:t>
            </a:r>
          </a:p>
        </p:txBody>
      </p:sp>
      <p:sp>
        <p:nvSpPr>
          <p:cNvPr id="12" name="TextBox 11">
            <a:extLst>
              <a:ext uri="{FF2B5EF4-FFF2-40B4-BE49-F238E27FC236}">
                <a16:creationId xmlns:a16="http://schemas.microsoft.com/office/drawing/2014/main" id="{066ECF0A-4D7E-CA75-6327-AA0FF80CF9A4}"/>
              </a:ext>
            </a:extLst>
          </p:cNvPr>
          <p:cNvSpPr txBox="1"/>
          <p:nvPr userDrawn="1"/>
        </p:nvSpPr>
        <p:spPr>
          <a:xfrm>
            <a:off x="5092816" y="6418471"/>
            <a:ext cx="6717823" cy="138499"/>
          </a:xfrm>
          <a:prstGeom prst="rect">
            <a:avLst/>
          </a:prstGeom>
          <a:noFill/>
          <a:ln w="57150">
            <a:noFill/>
            <a:miter lim="800000"/>
          </a:ln>
        </p:spPr>
        <p:txBody>
          <a:bodyPr wrap="square" lIns="0" tIns="0" rIns="0" bIns="0">
            <a:spAutoFit/>
          </a:bodyPr>
          <a:lstStyle/>
          <a:p>
            <a:pPr algn="r"/>
            <a:r>
              <a:rPr lang="en-US" sz="900" b="0" dirty="0">
                <a:solidFill>
                  <a:schemeClr val="tx1"/>
                </a:solidFill>
                <a:effectLst/>
                <a:latin typeface="+mn-lt"/>
                <a:ea typeface="Times New Roman" panose="02020603050405020304" pitchFamily="18" charset="0"/>
                <a:cs typeface="Times New Roman" panose="02020603050405020304" pitchFamily="18" charset="0"/>
              </a:rPr>
              <a:t>© </a:t>
            </a:r>
            <a:fld id="{DA3777BF-A1C6-4F92-A9EA-7320C98A4638}" type="datetimeyyyy">
              <a:rPr lang="en-US" sz="900" b="0" smtClean="0">
                <a:solidFill>
                  <a:schemeClr val="tx1"/>
                </a:solidFill>
                <a:effectLst/>
                <a:latin typeface="+mn-lt"/>
                <a:ea typeface="Times New Roman" panose="02020603050405020304" pitchFamily="18" charset="0"/>
                <a:cs typeface="Times New Roman" panose="02020603050405020304" pitchFamily="18" charset="0"/>
              </a:rPr>
              <a:pPr algn="r"/>
              <a:t>2026</a:t>
            </a:fld>
            <a:r>
              <a:rPr lang="en-US" sz="900" b="0" dirty="0">
                <a:solidFill>
                  <a:schemeClr val="tx1"/>
                </a:solidFill>
                <a:effectLst/>
                <a:latin typeface="+mn-lt"/>
                <a:ea typeface="Times New Roman" panose="02020603050405020304" pitchFamily="18" charset="0"/>
                <a:cs typeface="Times New Roman" panose="02020603050405020304" pitchFamily="18" charset="0"/>
              </a:rPr>
              <a:t> Hewlett Packard Enterprise Development LP</a:t>
            </a:r>
          </a:p>
        </p:txBody>
      </p:sp>
      <p:sp>
        <p:nvSpPr>
          <p:cNvPr id="13" name="Footer Placeholder 2">
            <a:extLst>
              <a:ext uri="{FF2B5EF4-FFF2-40B4-BE49-F238E27FC236}">
                <a16:creationId xmlns:a16="http://schemas.microsoft.com/office/drawing/2014/main" id="{F7BE8274-93CB-8904-C782-810A38A1D7B5}"/>
              </a:ext>
            </a:extLst>
          </p:cNvPr>
          <p:cNvSpPr>
            <a:spLocks noGrp="1"/>
          </p:cNvSpPr>
          <p:nvPr>
            <p:ph type="ftr" sz="quarter" idx="14"/>
          </p:nvPr>
        </p:nvSpPr>
        <p:spPr>
          <a:xfrm>
            <a:off x="5592973" y="6192760"/>
            <a:ext cx="6217666" cy="190500"/>
          </a:xfrm>
        </p:spPr>
        <p:txBody>
          <a:bodyPr/>
          <a:lstStyle>
            <a:lvl1pPr>
              <a:defRPr sz="900" b="0">
                <a:solidFill>
                  <a:schemeClr val="tx1"/>
                </a:solidFill>
                <a:latin typeface="+mn-lt"/>
              </a:defRPr>
            </a:lvl1pPr>
          </a:lstStyle>
          <a:p>
            <a:pPr algn="r"/>
            <a:r>
              <a:rPr lang="en-US"/>
              <a:t>Confidential | Authorized HPE Partner Use Only</a:t>
            </a:r>
            <a:endParaRPr lang="en-US" dirty="0"/>
          </a:p>
        </p:txBody>
      </p:sp>
    </p:spTree>
    <p:extLst>
      <p:ext uri="{BB962C8B-B14F-4D97-AF65-F5344CB8AC3E}">
        <p14:creationId xmlns:p14="http://schemas.microsoft.com/office/powerpoint/2010/main" val="1855724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ank you with Dark Picture">
    <p:bg>
      <p:bgPr>
        <a:solidFill>
          <a:schemeClr val="tx1">
            <a:lumMod val="90000"/>
            <a:lumOff val="10000"/>
          </a:schemeClr>
        </a:solidFill>
        <a:effectLst/>
      </p:bgPr>
    </p:bg>
    <p:spTree>
      <p:nvGrpSpPr>
        <p:cNvPr id="1" name=""/>
        <p:cNvGrpSpPr/>
        <p:nvPr/>
      </p:nvGrpSpPr>
      <p:grpSpPr>
        <a:xfrm>
          <a:off x="0" y="0"/>
          <a:ext cx="0" cy="0"/>
          <a:chOff x="0" y="0"/>
          <a:chExt cx="0" cy="0"/>
        </a:xfrm>
      </p:grpSpPr>
      <p:pic>
        <p:nvPicPr>
          <p:cNvPr id="2" name="Picture Element" descr="A green and grey gradient&#10;&#10;AI-generated content may be incorrect.">
            <a:extLst>
              <a:ext uri="{FF2B5EF4-FFF2-40B4-BE49-F238E27FC236}">
                <a16:creationId xmlns:a16="http://schemas.microsoft.com/office/drawing/2014/main" id="{6EFF1468-8A78-B04B-E071-FC4D4C76A4B6}"/>
              </a:ext>
            </a:extLst>
          </p:cNvPr>
          <p:cNvPicPr>
            <a:picLocks noChangeAspect="1"/>
          </p:cNvPicPr>
          <p:nvPr userDrawn="1"/>
        </p:nvPicPr>
        <p:blipFill>
          <a:blip r:embed="rId2">
            <a:alphaModFix amt="85000"/>
          </a:blip>
          <a:stretch>
            <a:fillRect/>
          </a:stretch>
        </p:blipFill>
        <p:spPr>
          <a:xfrm>
            <a:off x="0" y="1371600"/>
            <a:ext cx="10819505" cy="4114800"/>
          </a:xfrm>
          <a:prstGeom prst="rect">
            <a:avLst/>
          </a:prstGeom>
        </p:spPr>
      </p:pic>
      <p:sp>
        <p:nvSpPr>
          <p:cNvPr id="3" name="Text Placeholder 7">
            <a:extLst>
              <a:ext uri="{FF2B5EF4-FFF2-40B4-BE49-F238E27FC236}">
                <a16:creationId xmlns:a16="http://schemas.microsoft.com/office/drawing/2014/main" id="{12085280-0B62-84D3-5783-A089C9A32CCE}"/>
              </a:ext>
            </a:extLst>
          </p:cNvPr>
          <p:cNvSpPr>
            <a:spLocks noGrp="1"/>
          </p:cNvSpPr>
          <p:nvPr>
            <p:ph type="body" sz="quarter" idx="12" hasCustomPrompt="1"/>
          </p:nvPr>
        </p:nvSpPr>
        <p:spPr>
          <a:xfrm>
            <a:off x="383433" y="3392391"/>
            <a:ext cx="9359900" cy="876300"/>
          </a:xfrm>
          <a:prstGeom prst="rect">
            <a:avLst/>
          </a:prstGeom>
        </p:spPr>
        <p:txBody>
          <a:bodyPr lIns="0" tIns="45720" rIns="0" bIns="45720">
            <a:normAutofit/>
          </a:bodyPr>
          <a:lstStyle>
            <a:lvl1pPr>
              <a:lnSpc>
                <a:spcPct val="100000"/>
              </a:lnSpc>
              <a:spcBef>
                <a:spcPts val="0"/>
              </a:spcBef>
              <a:spcAft>
                <a:spcPts val="0"/>
              </a:spcAft>
              <a:defRPr sz="1500">
                <a:solidFill>
                  <a:schemeClr val="bg1"/>
                </a:solidFill>
              </a:defRPr>
            </a:lvl1pPr>
          </a:lstStyle>
          <a:p>
            <a:r>
              <a:rPr lang="en-US" dirty="0"/>
              <a:t>Speaker contact information</a:t>
            </a:r>
          </a:p>
        </p:txBody>
      </p:sp>
      <p:sp>
        <p:nvSpPr>
          <p:cNvPr id="8" name="Title 1">
            <a:extLst>
              <a:ext uri="{FF2B5EF4-FFF2-40B4-BE49-F238E27FC236}">
                <a16:creationId xmlns:a16="http://schemas.microsoft.com/office/drawing/2014/main" id="{ED5DFE24-7967-7D11-937E-63FD38BAB7CE}"/>
              </a:ext>
            </a:extLst>
          </p:cNvPr>
          <p:cNvSpPr>
            <a:spLocks noGrp="1"/>
          </p:cNvSpPr>
          <p:nvPr>
            <p:ph type="title" hasCustomPrompt="1"/>
          </p:nvPr>
        </p:nvSpPr>
        <p:spPr>
          <a:xfrm>
            <a:off x="374903" y="2449576"/>
            <a:ext cx="9359900" cy="875899"/>
          </a:xfrm>
        </p:spPr>
        <p:txBody>
          <a:bodyPr lIns="0" tIns="0" rIns="0" bIns="0" anchor="b"/>
          <a:lstStyle>
            <a:lvl1pPr>
              <a:lnSpc>
                <a:spcPct val="90000"/>
              </a:lnSpc>
              <a:spcBef>
                <a:spcPct val="0"/>
              </a:spcBef>
              <a:spcAft>
                <a:spcPts val="0"/>
              </a:spcAft>
              <a:defRPr sz="5600">
                <a:solidFill>
                  <a:schemeClr val="bg1"/>
                </a:solidFill>
              </a:defRPr>
            </a:lvl1pPr>
          </a:lstStyle>
          <a:p>
            <a:r>
              <a:rPr lang="en-US" dirty="0"/>
              <a:t>Thank </a:t>
            </a:r>
            <a:r>
              <a:rPr lang="pl-PL" dirty="0"/>
              <a:t>Y</a:t>
            </a:r>
            <a:r>
              <a:rPr lang="en-US" dirty="0" err="1"/>
              <a:t>ou</a:t>
            </a:r>
            <a:r>
              <a:rPr lang="en-US" dirty="0"/>
              <a:t> (dark picture)</a:t>
            </a:r>
          </a:p>
        </p:txBody>
      </p:sp>
      <p:sp>
        <p:nvSpPr>
          <p:cNvPr id="12" name="TextBox 11">
            <a:extLst>
              <a:ext uri="{FF2B5EF4-FFF2-40B4-BE49-F238E27FC236}">
                <a16:creationId xmlns:a16="http://schemas.microsoft.com/office/drawing/2014/main" id="{066ECF0A-4D7E-CA75-6327-AA0FF80CF9A4}"/>
              </a:ext>
            </a:extLst>
          </p:cNvPr>
          <p:cNvSpPr txBox="1"/>
          <p:nvPr userDrawn="1"/>
        </p:nvSpPr>
        <p:spPr>
          <a:xfrm>
            <a:off x="5092816" y="6418471"/>
            <a:ext cx="6717823" cy="138499"/>
          </a:xfrm>
          <a:prstGeom prst="rect">
            <a:avLst/>
          </a:prstGeom>
          <a:noFill/>
          <a:ln w="57150">
            <a:noFill/>
            <a:miter lim="800000"/>
          </a:ln>
        </p:spPr>
        <p:txBody>
          <a:bodyPr wrap="square" lIns="0" tIns="0" rIns="0" bIns="0">
            <a:spAutoFit/>
          </a:bodyPr>
          <a:lstStyle/>
          <a:p>
            <a:pPr algn="r"/>
            <a:r>
              <a:rPr lang="en-US" sz="900" b="0" dirty="0">
                <a:solidFill>
                  <a:schemeClr val="bg1"/>
                </a:solidFill>
                <a:effectLst/>
                <a:latin typeface="+mn-lt"/>
                <a:ea typeface="Times New Roman" panose="02020603050405020304" pitchFamily="18" charset="0"/>
                <a:cs typeface="Times New Roman" panose="02020603050405020304" pitchFamily="18" charset="0"/>
              </a:rPr>
              <a:t>© </a:t>
            </a:r>
            <a:fld id="{DA3777BF-A1C6-4F92-A9EA-7320C98A4638}" type="datetimeyyyy">
              <a:rPr lang="en-US" sz="900" b="0" smtClean="0">
                <a:solidFill>
                  <a:schemeClr val="bg1"/>
                </a:solidFill>
                <a:effectLst/>
                <a:latin typeface="+mn-lt"/>
                <a:ea typeface="Times New Roman" panose="02020603050405020304" pitchFamily="18" charset="0"/>
                <a:cs typeface="Times New Roman" panose="02020603050405020304" pitchFamily="18" charset="0"/>
              </a:rPr>
              <a:pPr algn="r"/>
              <a:t>2026</a:t>
            </a:fld>
            <a:r>
              <a:rPr lang="en-US" sz="900" b="0" dirty="0">
                <a:solidFill>
                  <a:schemeClr val="bg1"/>
                </a:solidFill>
                <a:effectLst/>
                <a:latin typeface="+mn-lt"/>
                <a:ea typeface="Times New Roman" panose="02020603050405020304" pitchFamily="18" charset="0"/>
                <a:cs typeface="Times New Roman" panose="02020603050405020304" pitchFamily="18" charset="0"/>
              </a:rPr>
              <a:t> Hewlett Packard Enterprise Development LP</a:t>
            </a:r>
          </a:p>
        </p:txBody>
      </p:sp>
      <p:sp>
        <p:nvSpPr>
          <p:cNvPr id="13" name="Footer Placeholder 2">
            <a:extLst>
              <a:ext uri="{FF2B5EF4-FFF2-40B4-BE49-F238E27FC236}">
                <a16:creationId xmlns:a16="http://schemas.microsoft.com/office/drawing/2014/main" id="{F7BE8274-93CB-8904-C782-810A38A1D7B5}"/>
              </a:ext>
            </a:extLst>
          </p:cNvPr>
          <p:cNvSpPr>
            <a:spLocks noGrp="1"/>
          </p:cNvSpPr>
          <p:nvPr>
            <p:ph type="ftr" sz="quarter" idx="14"/>
          </p:nvPr>
        </p:nvSpPr>
        <p:spPr>
          <a:xfrm>
            <a:off x="5592973" y="6192760"/>
            <a:ext cx="6217666" cy="190500"/>
          </a:xfrm>
        </p:spPr>
        <p:txBody>
          <a:bodyPr/>
          <a:lstStyle>
            <a:lvl1pPr>
              <a:defRPr sz="900" b="0">
                <a:solidFill>
                  <a:schemeClr val="bg1"/>
                </a:solidFill>
                <a:latin typeface="+mn-lt"/>
              </a:defRPr>
            </a:lvl1pPr>
          </a:lstStyle>
          <a:p>
            <a:pPr algn="r"/>
            <a:r>
              <a:rPr lang="en-US"/>
              <a:t>Confidential | Authorized HPE Partner Use Only</a:t>
            </a:r>
            <a:endParaRPr lang="en-US" dirty="0"/>
          </a:p>
        </p:txBody>
      </p:sp>
    </p:spTree>
    <p:extLst>
      <p:ext uri="{BB962C8B-B14F-4D97-AF65-F5344CB8AC3E}">
        <p14:creationId xmlns:p14="http://schemas.microsoft.com/office/powerpoint/2010/main" val="2639560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7" name="Date"/>
          <p:cNvSpPr>
            <a:spLocks noGrp="1"/>
          </p:cNvSpPr>
          <p:nvPr>
            <p:ph type="body" sz="quarter" idx="13" hasCustomPrompt="1"/>
          </p:nvPr>
        </p:nvSpPr>
        <p:spPr>
          <a:xfrm>
            <a:off x="374904" y="4428490"/>
            <a:ext cx="5489578" cy="339214"/>
          </a:xfrm>
          <a:prstGeom prst="rect">
            <a:avLst/>
          </a:prstGeom>
        </p:spPr>
        <p:txBody>
          <a:bodyPr lIns="0" tIns="91440" rIns="91440" bIns="91440">
            <a:noAutofit/>
          </a:bodyPr>
          <a:lstStyle>
            <a:lvl1pPr marL="0" indent="0">
              <a:spcBef>
                <a:spcPts val="0"/>
              </a:spcBef>
              <a:buNone/>
              <a:defRPr sz="1600" baseline="0">
                <a:solidFill>
                  <a:schemeClr val="tx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Month day, year</a:t>
            </a:r>
          </a:p>
        </p:txBody>
      </p:sp>
      <p:sp>
        <p:nvSpPr>
          <p:cNvPr id="16" name="Subtitle"/>
          <p:cNvSpPr>
            <a:spLocks noGrp="1"/>
          </p:cNvSpPr>
          <p:nvPr>
            <p:ph type="subTitle" idx="1" hasCustomPrompt="1"/>
          </p:nvPr>
        </p:nvSpPr>
        <p:spPr>
          <a:xfrm>
            <a:off x="374904" y="3959860"/>
            <a:ext cx="8229600" cy="438912"/>
          </a:xfrm>
          <a:prstGeom prst="rect">
            <a:avLst/>
          </a:prstGeom>
        </p:spPr>
        <p:txBody>
          <a:bodyPr lIns="0" tIns="91440" rIns="91440" bIns="91440">
            <a:noAutofit/>
          </a:bodyPr>
          <a:lstStyle>
            <a:lvl1pPr marL="0" indent="0" algn="l">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15" name="Title"/>
          <p:cNvSpPr>
            <a:spLocks noGrp="1"/>
          </p:cNvSpPr>
          <p:nvPr>
            <p:ph type="title" hasCustomPrompt="1"/>
          </p:nvPr>
        </p:nvSpPr>
        <p:spPr>
          <a:xfrm>
            <a:off x="374904" y="1869197"/>
            <a:ext cx="11423555" cy="1905000"/>
          </a:xfrm>
        </p:spPr>
        <p:txBody>
          <a:bodyPr lIns="0" tIns="91440" rIns="91440" bIns="91440" anchor="b"/>
          <a:lstStyle>
            <a:lvl1pPr>
              <a:lnSpc>
                <a:spcPct val="80000"/>
              </a:lnSpc>
              <a:defRPr sz="4800">
                <a:solidFill>
                  <a:schemeClr val="tx1"/>
                </a:solidFill>
              </a:defRPr>
            </a:lvl1pPr>
          </a:lstStyle>
          <a:p>
            <a:r>
              <a:rPr lang="en-US" dirty="0"/>
              <a:t>Click to edit</a:t>
            </a:r>
            <a:br>
              <a:rPr lang="en-US" dirty="0"/>
            </a:br>
            <a:r>
              <a:rPr lang="en-US" dirty="0"/>
              <a:t>master title style</a:t>
            </a:r>
          </a:p>
        </p:txBody>
      </p:sp>
      <p:sp>
        <p:nvSpPr>
          <p:cNvPr id="3" name="Footer Placeholder 2">
            <a:extLst>
              <a:ext uri="{FF2B5EF4-FFF2-40B4-BE49-F238E27FC236}">
                <a16:creationId xmlns:a16="http://schemas.microsoft.com/office/drawing/2014/main" id="{4E6A0C1C-FFFA-74C0-3719-4E6EA4C7BF7D}"/>
              </a:ext>
            </a:extLst>
          </p:cNvPr>
          <p:cNvSpPr>
            <a:spLocks noGrp="1"/>
          </p:cNvSpPr>
          <p:nvPr>
            <p:ph type="ftr" sz="quarter" idx="14"/>
          </p:nvPr>
        </p:nvSpPr>
        <p:spPr/>
        <p:txBody>
          <a:bodyPr/>
          <a:lstStyle/>
          <a:p>
            <a:pPr algn="r"/>
            <a:r>
              <a:rPr lang="en-US"/>
              <a:t>Confidential | Authorized HPE Partner Use Only</a:t>
            </a:r>
            <a:endParaRPr lang="en-US" dirty="0"/>
          </a:p>
        </p:txBody>
      </p:sp>
      <p:sp>
        <p:nvSpPr>
          <p:cNvPr id="4" name="Slide Number Placeholder 3">
            <a:extLst>
              <a:ext uri="{FF2B5EF4-FFF2-40B4-BE49-F238E27FC236}">
                <a16:creationId xmlns:a16="http://schemas.microsoft.com/office/drawing/2014/main" id="{7FCAEB09-CC92-C4AF-AFC7-84F7B4C83689}"/>
              </a:ext>
            </a:extLst>
          </p:cNvPr>
          <p:cNvSpPr>
            <a:spLocks noGrp="1"/>
          </p:cNvSpPr>
          <p:nvPr>
            <p:ph type="sldNum" sz="quarter" idx="15"/>
          </p:nvPr>
        </p:nvSpPr>
        <p:spPr/>
        <p:txBody>
          <a:bodyPr/>
          <a:lstStyle/>
          <a:p>
            <a:fld id="{C0388CE4-E87A-43A8-A4DA-5AAB8529E0B0}" type="slidenum">
              <a:rPr lang="en-US" smtClean="0"/>
              <a:pPr/>
              <a:t>‹#›</a:t>
            </a:fld>
            <a:endParaRPr lang="en-US" dirty="0"/>
          </a:p>
        </p:txBody>
      </p:sp>
      <p:pic>
        <p:nvPicPr>
          <p:cNvPr id="6" name="Picture 5" descr="A black background with a black square&#10;&#10;AI-generated content may be incorrect.">
            <a:extLst>
              <a:ext uri="{FF2B5EF4-FFF2-40B4-BE49-F238E27FC236}">
                <a16:creationId xmlns:a16="http://schemas.microsoft.com/office/drawing/2014/main" id="{DD3862E9-4343-21F9-03D0-319C0D76EEBB}"/>
              </a:ext>
            </a:extLst>
          </p:cNvPr>
          <p:cNvPicPr>
            <a:picLocks noChangeAspect="1"/>
          </p:cNvPicPr>
          <p:nvPr userDrawn="1"/>
        </p:nvPicPr>
        <p:blipFill>
          <a:blip r:embed="rId2"/>
          <a:stretch>
            <a:fillRect/>
          </a:stretch>
        </p:blipFill>
        <p:spPr>
          <a:xfrm>
            <a:off x="374907" y="384050"/>
            <a:ext cx="1019648" cy="300796"/>
          </a:xfrm>
          <a:prstGeom prst="rect">
            <a:avLst/>
          </a:prstGeom>
        </p:spPr>
      </p:pic>
    </p:spTree>
    <p:extLst>
      <p:ext uri="{BB962C8B-B14F-4D97-AF65-F5344CB8AC3E}">
        <p14:creationId xmlns:p14="http://schemas.microsoft.com/office/powerpoint/2010/main" val="546785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Slide with Dark Picture">
    <p:bg>
      <p:bgPr>
        <a:solidFill>
          <a:schemeClr val="tx1"/>
        </a:solidFill>
        <a:effectLst/>
      </p:bgPr>
    </p:bg>
    <p:spTree>
      <p:nvGrpSpPr>
        <p:cNvPr id="1" name=""/>
        <p:cNvGrpSpPr/>
        <p:nvPr/>
      </p:nvGrpSpPr>
      <p:grpSpPr>
        <a:xfrm>
          <a:off x="0" y="0"/>
          <a:ext cx="0" cy="0"/>
          <a:chOff x="0" y="0"/>
          <a:chExt cx="0" cy="0"/>
        </a:xfrm>
      </p:grpSpPr>
      <p:sp>
        <p:nvSpPr>
          <p:cNvPr id="17" name="Date"/>
          <p:cNvSpPr>
            <a:spLocks noGrp="1"/>
          </p:cNvSpPr>
          <p:nvPr userDrawn="1">
            <p:ph type="body" sz="quarter" idx="13" hasCustomPrompt="1"/>
          </p:nvPr>
        </p:nvSpPr>
        <p:spPr>
          <a:xfrm>
            <a:off x="374904" y="4428490"/>
            <a:ext cx="5489578" cy="339214"/>
          </a:xfrm>
          <a:prstGeom prst="rect">
            <a:avLst/>
          </a:prstGeom>
        </p:spPr>
        <p:txBody>
          <a:bodyPr lIns="0" tIns="91440" rIns="0" bIns="91440">
            <a:noAutofit/>
          </a:bodyPr>
          <a:lstStyle>
            <a:lvl1pPr marL="0" indent="0">
              <a:spcBef>
                <a:spcPts val="0"/>
              </a:spcBef>
              <a:buNone/>
              <a:defRPr sz="1600" baseline="0">
                <a:solidFill>
                  <a:schemeClr val="bg1"/>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Month day, year</a:t>
            </a:r>
          </a:p>
        </p:txBody>
      </p:sp>
      <p:sp>
        <p:nvSpPr>
          <p:cNvPr id="16" name="Subtitle"/>
          <p:cNvSpPr>
            <a:spLocks noGrp="1"/>
          </p:cNvSpPr>
          <p:nvPr userDrawn="1">
            <p:ph type="subTitle" idx="1" hasCustomPrompt="1"/>
          </p:nvPr>
        </p:nvSpPr>
        <p:spPr>
          <a:xfrm>
            <a:off x="374904" y="3959860"/>
            <a:ext cx="8229600" cy="438912"/>
          </a:xfrm>
          <a:prstGeom prst="rect">
            <a:avLst/>
          </a:prstGeom>
        </p:spPr>
        <p:txBody>
          <a:bodyPr lIns="0" tIns="91440" rIns="0" bIns="91440">
            <a:noAutofit/>
          </a:bodyPr>
          <a:lstStyle>
            <a:lvl1pPr marL="0" indent="0" algn="l">
              <a:spcBef>
                <a:spcPts val="0"/>
              </a:spcBef>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15" name="Title"/>
          <p:cNvSpPr>
            <a:spLocks noGrp="1"/>
          </p:cNvSpPr>
          <p:nvPr userDrawn="1">
            <p:ph type="title" hasCustomPrompt="1"/>
          </p:nvPr>
        </p:nvSpPr>
        <p:spPr>
          <a:xfrm>
            <a:off x="374904" y="1869197"/>
            <a:ext cx="11423555" cy="1905000"/>
          </a:xfrm>
        </p:spPr>
        <p:txBody>
          <a:bodyPr lIns="0" tIns="91440" rIns="0" bIns="91440" anchor="b"/>
          <a:lstStyle>
            <a:lvl1pPr>
              <a:lnSpc>
                <a:spcPct val="80000"/>
              </a:lnSpc>
              <a:defRPr sz="4800">
                <a:solidFill>
                  <a:schemeClr val="bg1"/>
                </a:solidFill>
                <a:latin typeface="+mj-lt"/>
              </a:defRPr>
            </a:lvl1pPr>
          </a:lstStyle>
          <a:p>
            <a:r>
              <a:rPr lang="en-US" dirty="0"/>
              <a:t>Click to edit</a:t>
            </a:r>
            <a:br>
              <a:rPr lang="en-US" dirty="0"/>
            </a:br>
            <a:r>
              <a:rPr lang="en-US" dirty="0"/>
              <a:t>master title style</a:t>
            </a:r>
          </a:p>
        </p:txBody>
      </p:sp>
      <p:sp>
        <p:nvSpPr>
          <p:cNvPr id="2" name="Footer Placeholder 1">
            <a:extLst>
              <a:ext uri="{FF2B5EF4-FFF2-40B4-BE49-F238E27FC236}">
                <a16:creationId xmlns:a16="http://schemas.microsoft.com/office/drawing/2014/main" id="{DDA1A1B8-63A0-5FF8-D94D-A64DF0037BD0}"/>
              </a:ext>
            </a:extLst>
          </p:cNvPr>
          <p:cNvSpPr>
            <a:spLocks noGrp="1"/>
          </p:cNvSpPr>
          <p:nvPr>
            <p:ph type="ftr" sz="quarter" idx="14"/>
          </p:nvPr>
        </p:nvSpPr>
        <p:spPr/>
        <p:txBody>
          <a:bodyPr/>
          <a:lstStyle>
            <a:lvl1pPr>
              <a:defRPr>
                <a:solidFill>
                  <a:schemeClr val="bg1"/>
                </a:solidFill>
              </a:defRPr>
            </a:lvl1pPr>
          </a:lstStyle>
          <a:p>
            <a:pPr algn="r"/>
            <a:r>
              <a:rPr lang="en-US"/>
              <a:t>Confidential | Authorized HPE Partner Use Only</a:t>
            </a:r>
            <a:endParaRPr lang="en-US" dirty="0"/>
          </a:p>
        </p:txBody>
      </p:sp>
      <p:sp>
        <p:nvSpPr>
          <p:cNvPr id="3" name="Slide Number Placeholder 2">
            <a:extLst>
              <a:ext uri="{FF2B5EF4-FFF2-40B4-BE49-F238E27FC236}">
                <a16:creationId xmlns:a16="http://schemas.microsoft.com/office/drawing/2014/main" id="{6F51E08A-0EC1-9757-9EC4-3B8B8A2FC09D}"/>
              </a:ext>
            </a:extLst>
          </p:cNvPr>
          <p:cNvSpPr>
            <a:spLocks noGrp="1"/>
          </p:cNvSpPr>
          <p:nvPr>
            <p:ph type="sldNum" sz="quarter" idx="15"/>
          </p:nvPr>
        </p:nvSpPr>
        <p:spPr/>
        <p:txBody>
          <a:bodyPr/>
          <a:lstStyle>
            <a:lvl1pPr>
              <a:defRPr>
                <a:solidFill>
                  <a:schemeClr val="bg1"/>
                </a:solidFill>
              </a:defRPr>
            </a:lvl1pPr>
          </a:lstStyle>
          <a:p>
            <a:fld id="{C0388CE4-E87A-43A8-A4DA-5AAB8529E0B0}" type="slidenum">
              <a:rPr lang="en-US" smtClean="0"/>
              <a:pPr/>
              <a:t>‹#›</a:t>
            </a:fld>
            <a:endParaRPr lang="en-US" dirty="0"/>
          </a:p>
        </p:txBody>
      </p:sp>
      <p:pic>
        <p:nvPicPr>
          <p:cNvPr id="4" name="Picture 3">
            <a:extLst>
              <a:ext uri="{FF2B5EF4-FFF2-40B4-BE49-F238E27FC236}">
                <a16:creationId xmlns:a16="http://schemas.microsoft.com/office/drawing/2014/main" id="{7E04AA86-3390-5E05-F138-33B691BA0D1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74907" y="388783"/>
            <a:ext cx="1019648" cy="291328"/>
          </a:xfrm>
          <a:prstGeom prst="rect">
            <a:avLst/>
          </a:prstGeom>
        </p:spPr>
      </p:pic>
    </p:spTree>
    <p:extLst>
      <p:ext uri="{BB962C8B-B14F-4D97-AF65-F5344CB8AC3E}">
        <p14:creationId xmlns:p14="http://schemas.microsoft.com/office/powerpoint/2010/main" val="2526762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Slide with Light Picture">
    <p:bg>
      <p:bgPr>
        <a:solidFill>
          <a:schemeClr val="bg1"/>
        </a:solidFill>
        <a:effectLst/>
      </p:bgPr>
    </p:bg>
    <p:spTree>
      <p:nvGrpSpPr>
        <p:cNvPr id="1" name=""/>
        <p:cNvGrpSpPr/>
        <p:nvPr/>
      </p:nvGrpSpPr>
      <p:grpSpPr>
        <a:xfrm>
          <a:off x="0" y="0"/>
          <a:ext cx="0" cy="0"/>
          <a:chOff x="0" y="0"/>
          <a:chExt cx="0" cy="0"/>
        </a:xfrm>
      </p:grpSpPr>
      <p:sp>
        <p:nvSpPr>
          <p:cNvPr id="19" name="Date"/>
          <p:cNvSpPr>
            <a:spLocks noGrp="1"/>
          </p:cNvSpPr>
          <p:nvPr>
            <p:ph type="body" sz="quarter" idx="13" hasCustomPrompt="1"/>
          </p:nvPr>
        </p:nvSpPr>
        <p:spPr>
          <a:xfrm>
            <a:off x="374904" y="4428490"/>
            <a:ext cx="5489578" cy="339214"/>
          </a:xfrm>
          <a:prstGeom prst="rect">
            <a:avLst/>
          </a:prstGeom>
        </p:spPr>
        <p:txBody>
          <a:bodyPr lIns="0" tIns="91440" rIns="91440" bIns="91440">
            <a:noAutofit/>
          </a:bodyPr>
          <a:lstStyle>
            <a:lvl1pPr marL="0" indent="0">
              <a:lnSpc>
                <a:spcPct val="100000"/>
              </a:lnSpc>
              <a:spcBef>
                <a:spcPts val="0"/>
              </a:spcBef>
              <a:spcAft>
                <a:spcPts val="0"/>
              </a:spcAft>
              <a:buNone/>
              <a:defRPr sz="1600" baseline="0">
                <a:solidFill>
                  <a:srgbClr val="292D3A"/>
                </a:solidFill>
                <a:latin typeface="+mn-lt"/>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lang="en-US" dirty="0"/>
              <a:t>Month day, year</a:t>
            </a:r>
          </a:p>
        </p:txBody>
      </p:sp>
      <p:sp>
        <p:nvSpPr>
          <p:cNvPr id="12" name="Subtitle"/>
          <p:cNvSpPr>
            <a:spLocks noGrp="1"/>
          </p:cNvSpPr>
          <p:nvPr>
            <p:ph type="subTitle" idx="1" hasCustomPrompt="1"/>
          </p:nvPr>
        </p:nvSpPr>
        <p:spPr>
          <a:xfrm>
            <a:off x="374904" y="3959860"/>
            <a:ext cx="8229600" cy="438912"/>
          </a:xfrm>
          <a:prstGeom prst="rect">
            <a:avLst/>
          </a:prstGeom>
        </p:spPr>
        <p:txBody>
          <a:bodyPr lIns="0" tIns="91440" rIns="91440" bIns="91440">
            <a:noAutofit/>
          </a:bodyPr>
          <a:lstStyle>
            <a:lvl1pPr marL="0" indent="0" algn="l">
              <a:lnSpc>
                <a:spcPct val="100000"/>
              </a:lnSpc>
              <a:spcBef>
                <a:spcPts val="0"/>
              </a:spcBef>
              <a:spcAft>
                <a:spcPts val="0"/>
              </a:spcAft>
              <a:buNone/>
              <a:defRPr sz="2000">
                <a:solidFill>
                  <a:srgbClr val="292D3A"/>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 and title</a:t>
            </a:r>
          </a:p>
        </p:txBody>
      </p:sp>
      <p:sp>
        <p:nvSpPr>
          <p:cNvPr id="15" name="Title"/>
          <p:cNvSpPr>
            <a:spLocks noGrp="1"/>
          </p:cNvSpPr>
          <p:nvPr>
            <p:ph type="title" hasCustomPrompt="1"/>
          </p:nvPr>
        </p:nvSpPr>
        <p:spPr>
          <a:xfrm>
            <a:off x="374904" y="1869197"/>
            <a:ext cx="11423555" cy="1905000"/>
          </a:xfrm>
        </p:spPr>
        <p:txBody>
          <a:bodyPr lIns="0" tIns="91440" rIns="91440" bIns="91440" anchor="b"/>
          <a:lstStyle>
            <a:lvl1pPr>
              <a:lnSpc>
                <a:spcPct val="80000"/>
              </a:lnSpc>
              <a:spcBef>
                <a:spcPct val="0"/>
              </a:spcBef>
              <a:spcAft>
                <a:spcPts val="0"/>
              </a:spcAft>
              <a:defRPr sz="4800">
                <a:solidFill>
                  <a:srgbClr val="292D3A"/>
                </a:solidFill>
              </a:defRPr>
            </a:lvl1pPr>
          </a:lstStyle>
          <a:p>
            <a:r>
              <a:rPr lang="en-US" dirty="0"/>
              <a:t>Click to edit</a:t>
            </a:r>
            <a:br>
              <a:rPr lang="en-US" dirty="0"/>
            </a:br>
            <a:r>
              <a:rPr lang="en-US" dirty="0"/>
              <a:t>master title style</a:t>
            </a:r>
          </a:p>
        </p:txBody>
      </p:sp>
      <p:sp>
        <p:nvSpPr>
          <p:cNvPr id="2" name="Footer Placeholder 1">
            <a:extLst>
              <a:ext uri="{FF2B5EF4-FFF2-40B4-BE49-F238E27FC236}">
                <a16:creationId xmlns:a16="http://schemas.microsoft.com/office/drawing/2014/main" id="{8737513D-A3AB-F0E4-0CD1-28BE5E762183}"/>
              </a:ext>
            </a:extLst>
          </p:cNvPr>
          <p:cNvSpPr>
            <a:spLocks noGrp="1"/>
          </p:cNvSpPr>
          <p:nvPr>
            <p:ph type="ftr" sz="quarter" idx="14"/>
          </p:nvPr>
        </p:nvSpPr>
        <p:spPr/>
        <p:txBody>
          <a:bodyPr/>
          <a:lstStyle/>
          <a:p>
            <a:pPr algn="r"/>
            <a:r>
              <a:rPr lang="en-US"/>
              <a:t>Confidential | Authorized HPE Partner Use Only</a:t>
            </a:r>
            <a:endParaRPr lang="en-US" dirty="0"/>
          </a:p>
        </p:txBody>
      </p:sp>
      <p:sp>
        <p:nvSpPr>
          <p:cNvPr id="4" name="Slide Number Placeholder 3">
            <a:extLst>
              <a:ext uri="{FF2B5EF4-FFF2-40B4-BE49-F238E27FC236}">
                <a16:creationId xmlns:a16="http://schemas.microsoft.com/office/drawing/2014/main" id="{32D4E66E-34EA-3AC2-4F5C-196138F8CF1C}"/>
              </a:ext>
            </a:extLst>
          </p:cNvPr>
          <p:cNvSpPr>
            <a:spLocks noGrp="1"/>
          </p:cNvSpPr>
          <p:nvPr>
            <p:ph type="sldNum" sz="quarter" idx="15"/>
          </p:nvPr>
        </p:nvSpPr>
        <p:spPr/>
        <p:txBody>
          <a:bodyPr/>
          <a:lstStyle/>
          <a:p>
            <a:fld id="{C0388CE4-E87A-43A8-A4DA-5AAB8529E0B0}" type="slidenum">
              <a:rPr lang="en-US" smtClean="0"/>
              <a:pPr/>
              <a:t>‹#›</a:t>
            </a:fld>
            <a:endParaRPr lang="en-US" dirty="0"/>
          </a:p>
        </p:txBody>
      </p:sp>
      <p:pic>
        <p:nvPicPr>
          <p:cNvPr id="5" name="Picture 4" descr="A black background with a black square&#10;&#10;AI-generated content may be incorrect.">
            <a:extLst>
              <a:ext uri="{FF2B5EF4-FFF2-40B4-BE49-F238E27FC236}">
                <a16:creationId xmlns:a16="http://schemas.microsoft.com/office/drawing/2014/main" id="{720F7DE3-5012-50D0-0EE0-FBB950E36612}"/>
              </a:ext>
            </a:extLst>
          </p:cNvPr>
          <p:cNvPicPr>
            <a:picLocks noChangeAspect="1"/>
          </p:cNvPicPr>
          <p:nvPr userDrawn="1"/>
        </p:nvPicPr>
        <p:blipFill>
          <a:blip r:embed="rId2"/>
          <a:stretch>
            <a:fillRect/>
          </a:stretch>
        </p:blipFill>
        <p:spPr>
          <a:xfrm>
            <a:off x="374907" y="384050"/>
            <a:ext cx="1019648" cy="300796"/>
          </a:xfrm>
          <a:prstGeom prst="rect">
            <a:avLst/>
          </a:prstGeom>
        </p:spPr>
      </p:pic>
    </p:spTree>
    <p:extLst>
      <p:ext uri="{BB962C8B-B14F-4D97-AF65-F5344CB8AC3E}">
        <p14:creationId xmlns:p14="http://schemas.microsoft.com/office/powerpoint/2010/main" val="3743803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5049E51-8DF9-4218-921D-C081999073EA}"/>
              </a:ext>
            </a:extLst>
          </p:cNvPr>
          <p:cNvSpPr>
            <a:spLocks noGrp="1"/>
          </p:cNvSpPr>
          <p:nvPr>
            <p:ph type="title"/>
          </p:nvPr>
        </p:nvSpPr>
        <p:spPr/>
        <p:txBody>
          <a:bodyPr/>
          <a:lstStyle/>
          <a:p>
            <a:r>
              <a:rPr lang="en-US"/>
              <a:t>Click to edit Master title style</a:t>
            </a:r>
            <a:endParaRPr lang="en-US" dirty="0"/>
          </a:p>
        </p:txBody>
      </p:sp>
      <p:sp>
        <p:nvSpPr>
          <p:cNvPr id="15" name="Text Placeholder 6">
            <a:extLst>
              <a:ext uri="{FF2B5EF4-FFF2-40B4-BE49-F238E27FC236}">
                <a16:creationId xmlns:a16="http://schemas.microsoft.com/office/drawing/2014/main" id="{BFAAB4F0-B0A9-4671-AB48-BA9B5FA97F98}"/>
              </a:ext>
            </a:extLst>
          </p:cNvPr>
          <p:cNvSpPr>
            <a:spLocks noGrp="1"/>
          </p:cNvSpPr>
          <p:nvPr>
            <p:ph type="body" sz="quarter" idx="17"/>
          </p:nvPr>
        </p:nvSpPr>
        <p:spPr>
          <a:xfrm>
            <a:off x="413999" y="5371526"/>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4" name="Text Placeholder 5">
            <a:extLst>
              <a:ext uri="{FF2B5EF4-FFF2-40B4-BE49-F238E27FC236}">
                <a16:creationId xmlns:a16="http://schemas.microsoft.com/office/drawing/2014/main" id="{D4849EE3-6EC2-479A-93E8-35E49B7D799D}"/>
              </a:ext>
            </a:extLst>
          </p:cNvPr>
          <p:cNvSpPr>
            <a:spLocks noGrp="1"/>
          </p:cNvSpPr>
          <p:nvPr>
            <p:ph type="body" sz="quarter" idx="16"/>
          </p:nvPr>
        </p:nvSpPr>
        <p:spPr>
          <a:xfrm>
            <a:off x="413999" y="4511467"/>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3" name="Text Placeholder 4">
            <a:extLst>
              <a:ext uri="{FF2B5EF4-FFF2-40B4-BE49-F238E27FC236}">
                <a16:creationId xmlns:a16="http://schemas.microsoft.com/office/drawing/2014/main" id="{44BC743F-9EA3-4934-A5D5-4DB56D605F91}"/>
              </a:ext>
            </a:extLst>
          </p:cNvPr>
          <p:cNvSpPr>
            <a:spLocks noGrp="1"/>
          </p:cNvSpPr>
          <p:nvPr>
            <p:ph type="body" sz="quarter" idx="15"/>
          </p:nvPr>
        </p:nvSpPr>
        <p:spPr>
          <a:xfrm>
            <a:off x="413999" y="3651406"/>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30BEDE27-A8C2-4066-B18C-F2AF9D0E869A}"/>
              </a:ext>
            </a:extLst>
          </p:cNvPr>
          <p:cNvSpPr>
            <a:spLocks noGrp="1"/>
          </p:cNvSpPr>
          <p:nvPr>
            <p:ph type="body" sz="quarter" idx="14"/>
          </p:nvPr>
        </p:nvSpPr>
        <p:spPr>
          <a:xfrm>
            <a:off x="413999" y="2791345"/>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1" name="Text Placeholder 2">
            <a:extLst>
              <a:ext uri="{FF2B5EF4-FFF2-40B4-BE49-F238E27FC236}">
                <a16:creationId xmlns:a16="http://schemas.microsoft.com/office/drawing/2014/main" id="{06A40CBC-5E5F-4C0D-B831-0B04ABB23E0E}"/>
              </a:ext>
            </a:extLst>
          </p:cNvPr>
          <p:cNvSpPr>
            <a:spLocks noGrp="1"/>
          </p:cNvSpPr>
          <p:nvPr>
            <p:ph type="body" sz="quarter" idx="13"/>
          </p:nvPr>
        </p:nvSpPr>
        <p:spPr>
          <a:xfrm>
            <a:off x="413999" y="1931284"/>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10" name="Text Placeholder 1">
            <a:extLst>
              <a:ext uri="{FF2B5EF4-FFF2-40B4-BE49-F238E27FC236}">
                <a16:creationId xmlns:a16="http://schemas.microsoft.com/office/drawing/2014/main" id="{6C56A94C-CC87-4EFE-A931-1D7270A84237}"/>
              </a:ext>
            </a:extLst>
          </p:cNvPr>
          <p:cNvSpPr>
            <a:spLocks noGrp="1"/>
          </p:cNvSpPr>
          <p:nvPr>
            <p:ph type="body" sz="quarter" idx="12"/>
          </p:nvPr>
        </p:nvSpPr>
        <p:spPr>
          <a:xfrm>
            <a:off x="413999" y="1071223"/>
            <a:ext cx="11365200" cy="630000"/>
          </a:xfrm>
          <a:prstGeom prst="rect">
            <a:avLst/>
          </a:prstGeom>
          <a:ln w="19050">
            <a:solidFill>
              <a:schemeClr val="bg1">
                <a:lumMod val="75000"/>
              </a:schemeClr>
            </a:solidFill>
          </a:ln>
        </p:spPr>
        <p:txBody>
          <a:bodyPr lIns="270000" rIns="270000" anchor="ctr">
            <a:normAutofit/>
          </a:bodyPr>
          <a:lstStyle>
            <a:lvl1pPr marL="0" indent="0">
              <a:buNone/>
              <a:defRPr b="1" cap="none" baseline="0">
                <a:latin typeface="+mj-lt"/>
              </a:defRPr>
            </a:lvl1pPr>
          </a:lstStyle>
          <a:p>
            <a:pPr lvl="0"/>
            <a:r>
              <a:rPr lang="en-US"/>
              <a:t>Click to edit Master text styles</a:t>
            </a:r>
          </a:p>
        </p:txBody>
      </p:sp>
      <p:sp>
        <p:nvSpPr>
          <p:cNvPr id="6" name="Footer Placeholder 5">
            <a:extLst>
              <a:ext uri="{FF2B5EF4-FFF2-40B4-BE49-F238E27FC236}">
                <a16:creationId xmlns:a16="http://schemas.microsoft.com/office/drawing/2014/main" id="{BFE461D8-0641-727D-F822-B1556D372F28}"/>
              </a:ext>
            </a:extLst>
          </p:cNvPr>
          <p:cNvSpPr>
            <a:spLocks noGrp="1"/>
          </p:cNvSpPr>
          <p:nvPr>
            <p:ph type="ftr" sz="quarter" idx="18"/>
          </p:nvPr>
        </p:nvSpPr>
        <p:spPr/>
        <p:txBody>
          <a:bodyPr/>
          <a:lstStyle/>
          <a:p>
            <a:pPr algn="r"/>
            <a:r>
              <a:rPr lang="en-US"/>
              <a:t>Confidential | Authorized HPE Partner Use Only</a:t>
            </a:r>
            <a:endParaRPr lang="en-US" dirty="0"/>
          </a:p>
        </p:txBody>
      </p:sp>
      <p:sp>
        <p:nvSpPr>
          <p:cNvPr id="7" name="Slide Number Placeholder 6">
            <a:extLst>
              <a:ext uri="{FF2B5EF4-FFF2-40B4-BE49-F238E27FC236}">
                <a16:creationId xmlns:a16="http://schemas.microsoft.com/office/drawing/2014/main" id="{CFDC7940-ECD3-9B40-E568-B47ABAFA6AC7}"/>
              </a:ext>
            </a:extLst>
          </p:cNvPr>
          <p:cNvSpPr>
            <a:spLocks noGrp="1"/>
          </p:cNvSpPr>
          <p:nvPr>
            <p:ph type="sldNum" sz="quarter" idx="19"/>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3874277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Name, title, company"/>
          <p:cNvSpPr>
            <a:spLocks noGrp="1"/>
          </p:cNvSpPr>
          <p:nvPr>
            <p:ph type="body" sz="quarter" idx="14" hasCustomPrompt="1"/>
          </p:nvPr>
        </p:nvSpPr>
        <p:spPr>
          <a:xfrm>
            <a:off x="550866" y="5471598"/>
            <a:ext cx="8228011" cy="533400"/>
          </a:xfrm>
          <a:prstGeom prst="rect">
            <a:avLst/>
          </a:prstGeom>
        </p:spPr>
        <p:txBody>
          <a:bodyPr lIns="91440">
            <a:noAutofit/>
          </a:bodyPr>
          <a:lstStyle>
            <a:lvl1pPr marL="0" indent="0">
              <a:spcBef>
                <a:spcPts val="0"/>
              </a:spcBef>
              <a:buFontTx/>
              <a:buNone/>
              <a:defRPr sz="2000">
                <a:latin typeface="+mn-lt"/>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a:t>Click to add quoted person’s name, title, company</a:t>
            </a:r>
          </a:p>
        </p:txBody>
      </p:sp>
      <p:sp>
        <p:nvSpPr>
          <p:cNvPr id="11" name="Quote"/>
          <p:cNvSpPr>
            <a:spLocks noGrp="1"/>
          </p:cNvSpPr>
          <p:nvPr>
            <p:ph type="title" hasCustomPrompt="1"/>
          </p:nvPr>
        </p:nvSpPr>
        <p:spPr>
          <a:xfrm>
            <a:off x="284398" y="1386402"/>
            <a:ext cx="7518482" cy="4085196"/>
          </a:xfrm>
        </p:spPr>
        <p:txBody>
          <a:bodyPr lIns="91440" anchor="ctr" anchorCtr="0"/>
          <a:lstStyle>
            <a:lvl1pPr marL="219456" indent="-219456">
              <a:defRPr sz="4000" b="0" cap="none" baseline="0">
                <a:latin typeface="HPE Graphik Light" pitchFamily="50" charset="0"/>
                <a:cs typeface="HPE Graphik Light" pitchFamily="50" charset="0"/>
              </a:defRPr>
            </a:lvl1pPr>
          </a:lstStyle>
          <a:p>
            <a:r>
              <a:rPr lang="en-US" dirty="0"/>
              <a:t>“Click to add quote here. Type quotation marks before and after text.”</a:t>
            </a:r>
          </a:p>
        </p:txBody>
      </p:sp>
      <p:sp>
        <p:nvSpPr>
          <p:cNvPr id="4" name="Footer Placeholder 3">
            <a:extLst>
              <a:ext uri="{FF2B5EF4-FFF2-40B4-BE49-F238E27FC236}">
                <a16:creationId xmlns:a16="http://schemas.microsoft.com/office/drawing/2014/main" id="{91F2754E-094F-7C73-88B9-FF823BF83037}"/>
              </a:ext>
            </a:extLst>
          </p:cNvPr>
          <p:cNvSpPr>
            <a:spLocks noGrp="1"/>
          </p:cNvSpPr>
          <p:nvPr>
            <p:ph type="ftr" sz="quarter" idx="15"/>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1CCDFAF2-F03B-8CB9-A43F-2C8C54F552DF}"/>
              </a:ext>
            </a:extLst>
          </p:cNvPr>
          <p:cNvSpPr>
            <a:spLocks noGrp="1"/>
          </p:cNvSpPr>
          <p:nvPr>
            <p:ph type="sldNum" sz="quarter" idx="16"/>
          </p:nvPr>
        </p:nvSpPr>
        <p:spPr/>
        <p:txBody>
          <a:bodyPr/>
          <a:lstStyle/>
          <a:p>
            <a:fld id="{C0388CE4-E87A-43A8-A4DA-5AAB8529E0B0}" type="slidenum">
              <a:rPr lang="en-US" smtClean="0"/>
              <a:pPr/>
              <a:t>‹#›</a:t>
            </a:fld>
            <a:endParaRPr lang="en-US" dirty="0"/>
          </a:p>
        </p:txBody>
      </p:sp>
    </p:spTree>
    <p:extLst>
      <p:ext uri="{BB962C8B-B14F-4D97-AF65-F5344CB8AC3E}">
        <p14:creationId xmlns:p14="http://schemas.microsoft.com/office/powerpoint/2010/main" val="4144378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1.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B27A8F-2EB3-5C4C-116B-F51B07B04CBE}"/>
              </a:ext>
            </a:extLst>
          </p:cNvPr>
          <p:cNvSpPr>
            <a:spLocks noGrp="1"/>
          </p:cNvSpPr>
          <p:nvPr>
            <p:ph type="title"/>
          </p:nvPr>
        </p:nvSpPr>
        <p:spPr>
          <a:xfrm>
            <a:off x="374904" y="393192"/>
            <a:ext cx="11433978" cy="413258"/>
          </a:xfrm>
          <a:prstGeom prst="rect">
            <a:avLst/>
          </a:prstGeom>
        </p:spPr>
        <p:txBody>
          <a:bodyPr vert="horz" lIns="0" tIns="0" rIns="0" bIns="0" rtlCol="0" anchor="t" anchorCtr="0">
            <a:noAutofit/>
          </a:bodyPr>
          <a:lstStyle/>
          <a:p>
            <a:r>
              <a:rPr lang="en-US" dirty="0"/>
              <a:t>Master Layout</a:t>
            </a:r>
          </a:p>
        </p:txBody>
      </p:sp>
      <p:sp>
        <p:nvSpPr>
          <p:cNvPr id="5" name="Footer Placeholder 4">
            <a:extLst>
              <a:ext uri="{FF2B5EF4-FFF2-40B4-BE49-F238E27FC236}">
                <a16:creationId xmlns:a16="http://schemas.microsoft.com/office/drawing/2014/main" id="{01A71E9D-0BF7-DA0E-7278-50E9B0995789}"/>
              </a:ext>
            </a:extLst>
          </p:cNvPr>
          <p:cNvSpPr>
            <a:spLocks noGrp="1"/>
          </p:cNvSpPr>
          <p:nvPr>
            <p:ph type="ftr" sz="quarter" idx="3"/>
          </p:nvPr>
        </p:nvSpPr>
        <p:spPr>
          <a:xfrm>
            <a:off x="5071873" y="6402310"/>
            <a:ext cx="6217666" cy="190500"/>
          </a:xfrm>
          <a:prstGeom prst="rect">
            <a:avLst/>
          </a:prstGeom>
        </p:spPr>
        <p:txBody>
          <a:bodyPr vert="horz" lIns="0" tIns="45720" rIns="0" bIns="45720" rtlCol="0" anchor="ctr"/>
          <a:lstStyle>
            <a:lvl1pPr algn="l">
              <a:defRPr sz="900" b="0" i="0">
                <a:solidFill>
                  <a:schemeClr val="tx1"/>
                </a:solidFill>
                <a:latin typeface="+mn-lt"/>
              </a:defRPr>
            </a:lvl1pPr>
          </a:lstStyle>
          <a:p>
            <a:pPr algn="r"/>
            <a:r>
              <a:rPr lang="en-US"/>
              <a:t>Confidential | Authorized HPE Partner Use Only</a:t>
            </a:r>
            <a:endParaRPr lang="en-US" dirty="0"/>
          </a:p>
        </p:txBody>
      </p:sp>
      <p:sp>
        <p:nvSpPr>
          <p:cNvPr id="6" name="Slide Number Placeholder 5">
            <a:extLst>
              <a:ext uri="{FF2B5EF4-FFF2-40B4-BE49-F238E27FC236}">
                <a16:creationId xmlns:a16="http://schemas.microsoft.com/office/drawing/2014/main" id="{9A693010-F41B-ECDA-CB62-6D856FECAEC9}"/>
              </a:ext>
            </a:extLst>
          </p:cNvPr>
          <p:cNvSpPr>
            <a:spLocks noGrp="1"/>
          </p:cNvSpPr>
          <p:nvPr>
            <p:ph type="sldNum" sz="quarter" idx="4"/>
          </p:nvPr>
        </p:nvSpPr>
        <p:spPr>
          <a:xfrm>
            <a:off x="11468100" y="6402310"/>
            <a:ext cx="340782" cy="190500"/>
          </a:xfrm>
          <a:prstGeom prst="rect">
            <a:avLst/>
          </a:prstGeom>
        </p:spPr>
        <p:txBody>
          <a:bodyPr vert="horz" lIns="0" tIns="45720" rIns="0" bIns="45720" rtlCol="0" anchor="ctr"/>
          <a:lstStyle>
            <a:lvl1pPr algn="r">
              <a:defRPr sz="900" b="0" i="0">
                <a:solidFill>
                  <a:schemeClr val="tx1"/>
                </a:solidFill>
                <a:latin typeface="+mn-lt"/>
              </a:defRPr>
            </a:lvl1pPr>
          </a:lstStyle>
          <a:p>
            <a:fld id="{C0388CE4-E87A-43A8-A4DA-5AAB8529E0B0}" type="slidenum">
              <a:rPr lang="en-US" smtClean="0"/>
              <a:pPr/>
              <a:t>‹#›</a:t>
            </a:fld>
            <a:endParaRPr lang="en-US" dirty="0"/>
          </a:p>
        </p:txBody>
      </p:sp>
      <p:pic>
        <p:nvPicPr>
          <p:cNvPr id="7" name="Element">
            <a:extLst>
              <a:ext uri="{FF2B5EF4-FFF2-40B4-BE49-F238E27FC236}">
                <a16:creationId xmlns:a16="http://schemas.microsoft.com/office/drawing/2014/main" id="{06C44655-90D3-CFC5-A208-ADA7C1ECD3B8}"/>
              </a:ext>
            </a:extLst>
          </p:cNvPr>
          <p:cNvPicPr>
            <a:picLocks noChangeAspect="1"/>
          </p:cNvPicPr>
          <p:nvPr userDrawn="1"/>
        </p:nvPicPr>
        <p:blipFill>
          <a:blip>
            <a:extLst>
              <a:ext uri="{96DAC541-7B7A-43D3-8B79-37D633B846F1}">
                <asvg:svgBlip xmlns:asvg="http://schemas.microsoft.com/office/drawing/2016/SVG/main" r:embed="rId56"/>
              </a:ext>
            </a:extLst>
          </a:blip>
          <a:stretch>
            <a:fillRect/>
          </a:stretch>
        </p:blipFill>
        <p:spPr>
          <a:xfrm flipV="1">
            <a:off x="374651" y="6402311"/>
            <a:ext cx="527812" cy="150888"/>
          </a:xfrm>
          <a:prstGeom prst="rect">
            <a:avLst/>
          </a:prstGeom>
        </p:spPr>
      </p:pic>
      <p:sp>
        <p:nvSpPr>
          <p:cNvPr id="4" name="Text Placeholder 3">
            <a:extLst>
              <a:ext uri="{FF2B5EF4-FFF2-40B4-BE49-F238E27FC236}">
                <a16:creationId xmlns:a16="http://schemas.microsoft.com/office/drawing/2014/main" id="{5A64CBEA-C99F-E716-C2DF-19C5C70EA249}"/>
              </a:ext>
            </a:extLst>
          </p:cNvPr>
          <p:cNvSpPr>
            <a:spLocks noGrp="1"/>
          </p:cNvSpPr>
          <p:nvPr>
            <p:ph type="body" idx="1"/>
          </p:nvPr>
        </p:nvSpPr>
        <p:spPr>
          <a:xfrm>
            <a:off x="374903" y="1165860"/>
            <a:ext cx="11433977" cy="509760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25218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0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mn-cs"/>
        </a:defRPr>
      </a:lvl1pPr>
      <a:lvl2pPr marL="270000" indent="-270000" algn="l" defTabSz="914400" rtl="0" eaLnBrk="1" latinLnBrk="0" hangingPunct="1">
        <a:lnSpc>
          <a:spcPct val="100000"/>
        </a:lnSpc>
        <a:spcBef>
          <a:spcPts val="600"/>
        </a:spcBef>
        <a:buFont typeface="HPE Graphik" pitchFamily="50" charset="0"/>
        <a:buChar char="—"/>
        <a:tabLst>
          <a:tab pos="266700" algn="l"/>
        </a:tabLst>
        <a:defRPr sz="1600" b="0" i="0" kern="1200">
          <a:solidFill>
            <a:schemeClr val="tx1"/>
          </a:solidFill>
          <a:latin typeface="+mn-lt"/>
          <a:ea typeface="+mn-ea"/>
          <a:cs typeface="+mn-cs"/>
        </a:defRPr>
      </a:lvl2pPr>
      <a:lvl3pPr marL="540000" indent="-270000" algn="l" defTabSz="914400" rtl="0" eaLnBrk="1" latinLnBrk="0" hangingPunct="1">
        <a:lnSpc>
          <a:spcPct val="100000"/>
        </a:lnSpc>
        <a:spcBef>
          <a:spcPts val="600"/>
        </a:spcBef>
        <a:buFont typeface="Arial" panose="020B0604020202020204" pitchFamily="34" charset="0"/>
        <a:buChar char="•"/>
        <a:tabLst>
          <a:tab pos="1436688" algn="l"/>
        </a:tabLst>
        <a:defRPr sz="1400" b="0" i="0" kern="1200" baseline="0">
          <a:solidFill>
            <a:schemeClr val="tx1"/>
          </a:solidFill>
          <a:latin typeface="+mn-lt"/>
          <a:ea typeface="+mn-ea"/>
          <a:cs typeface="+mn-cs"/>
        </a:defRPr>
      </a:lvl3pPr>
      <a:lvl4pPr marL="810000" indent="-270000" algn="l" defTabSz="914400" rtl="0" eaLnBrk="1" latinLnBrk="0" hangingPunct="1">
        <a:lnSpc>
          <a:spcPct val="100000"/>
        </a:lnSpc>
        <a:spcBef>
          <a:spcPts val="600"/>
        </a:spcBef>
        <a:buFont typeface="Arial" panose="020B0604020202020204" pitchFamily="34" charset="0"/>
        <a:buChar char="•"/>
        <a:tabLst/>
        <a:defRPr sz="1400" b="0" i="0" kern="1200" baseline="0">
          <a:solidFill>
            <a:schemeClr val="tx1"/>
          </a:solidFill>
          <a:latin typeface="+mn-lt"/>
          <a:ea typeface="+mn-ea"/>
          <a:cs typeface="+mn-cs"/>
        </a:defRPr>
      </a:lvl4pPr>
      <a:lvl5pPr marL="1084262" indent="-285750" algn="l" defTabSz="914400" rtl="0" eaLnBrk="1" latinLnBrk="0" hangingPunct="1">
        <a:lnSpc>
          <a:spcPct val="90000"/>
        </a:lnSpc>
        <a:spcBef>
          <a:spcPts val="600"/>
        </a:spcBef>
        <a:buClrTx/>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8" orient="horz" pos="2160">
          <p15:clr>
            <a:srgbClr val="F26B43"/>
          </p15:clr>
        </p15:guide>
        <p15:guide id="49" pos="3840">
          <p15:clr>
            <a:srgbClr val="F26B43"/>
          </p15:clr>
        </p15:guide>
        <p15:guide id="51" pos="236">
          <p15:clr>
            <a:srgbClr val="F26B43"/>
          </p15:clr>
        </p15:guide>
        <p15:guide id="52" pos="7439">
          <p15:clr>
            <a:srgbClr val="F26B43"/>
          </p15:clr>
        </p15:guide>
        <p15:guide id="53" orient="horz" pos="236">
          <p15:clr>
            <a:srgbClr val="F26B43"/>
          </p15:clr>
        </p15:guide>
        <p15:guide id="54" orient="horz" pos="4128">
          <p15:clr>
            <a:srgbClr val="F26B43"/>
          </p15:clr>
        </p15:guide>
        <p15:guide id="55" orient="horz" pos="3812">
          <p15:clr>
            <a:srgbClr val="F26B43"/>
          </p15:clr>
        </p15:guide>
        <p15:guide id="57" orient="horz" pos="1210">
          <p15:clr>
            <a:srgbClr val="F26B43"/>
          </p15:clr>
        </p15:guide>
        <p15:guide id="63" pos="796">
          <p15:clr>
            <a:srgbClr val="F26B43"/>
          </p15:clr>
        </p15:guide>
        <p15:guide id="64" pos="844">
          <p15:clr>
            <a:srgbClr val="F26B43"/>
          </p15:clr>
        </p15:guide>
        <p15:guide id="65" pos="1400">
          <p15:clr>
            <a:srgbClr val="F26B43"/>
          </p15:clr>
        </p15:guide>
        <p15:guide id="66" pos="1444">
          <p15:clr>
            <a:srgbClr val="F26B43"/>
          </p15:clr>
        </p15:guide>
        <p15:guide id="67" pos="2004">
          <p15:clr>
            <a:srgbClr val="F26B43"/>
          </p15:clr>
        </p15:guide>
        <p15:guide id="68" pos="2048">
          <p15:clr>
            <a:srgbClr val="F26B43"/>
          </p15:clr>
        </p15:guide>
        <p15:guide id="69" pos="2608">
          <p15:clr>
            <a:srgbClr val="F26B43"/>
          </p15:clr>
        </p15:guide>
        <p15:guide id="70" pos="2656">
          <p15:clr>
            <a:srgbClr val="F26B43"/>
          </p15:clr>
        </p15:guide>
        <p15:guide id="71" pos="3208">
          <p15:clr>
            <a:srgbClr val="F26B43"/>
          </p15:clr>
        </p15:guide>
        <p15:guide id="72" pos="3256">
          <p15:clr>
            <a:srgbClr val="F26B43"/>
          </p15:clr>
        </p15:guide>
        <p15:guide id="73" pos="3812">
          <p15:clr>
            <a:srgbClr val="F26B43"/>
          </p15:clr>
        </p15:guide>
        <p15:guide id="74" pos="3864">
          <p15:clr>
            <a:srgbClr val="F26B43"/>
          </p15:clr>
        </p15:guide>
        <p15:guide id="75" pos="4416">
          <p15:clr>
            <a:srgbClr val="F26B43"/>
          </p15:clr>
        </p15:guide>
        <p15:guide id="76" pos="4468">
          <p15:clr>
            <a:srgbClr val="F26B43"/>
          </p15:clr>
        </p15:guide>
        <p15:guide id="77" pos="5020">
          <p15:clr>
            <a:srgbClr val="F26B43"/>
          </p15:clr>
        </p15:guide>
        <p15:guide id="78" pos="5068">
          <p15:clr>
            <a:srgbClr val="F26B43"/>
          </p15:clr>
        </p15:guide>
        <p15:guide id="79" pos="5624">
          <p15:clr>
            <a:srgbClr val="F26B43"/>
          </p15:clr>
        </p15:guide>
        <p15:guide id="80" pos="5676">
          <p15:clr>
            <a:srgbClr val="F26B43"/>
          </p15:clr>
        </p15:guide>
        <p15:guide id="81" pos="6232">
          <p15:clr>
            <a:srgbClr val="F26B43"/>
          </p15:clr>
        </p15:guide>
        <p15:guide id="82" pos="6280">
          <p15:clr>
            <a:srgbClr val="F26B43"/>
          </p15:clr>
        </p15:guide>
        <p15:guide id="83" pos="6832">
          <p15:clr>
            <a:srgbClr val="F26B43"/>
          </p15:clr>
        </p15:guide>
        <p15:guide id="84" pos="6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hyperlink" Target="https://docs.redhat.com/en/documentation/red_hat_enterprise_linux/10/html/configuring_and_managing_high_availability_clusters/configuring-cluster-quorum#quorum-options" TargetMode="Externa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diagramLayout" Target="../diagrams/layout1.xml"/><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11" Type="http://schemas.openxmlformats.org/officeDocument/2006/relationships/image" Target="../media/image48.png"/><Relationship Id="rId5" Type="http://schemas.openxmlformats.org/officeDocument/2006/relationships/diagramColors" Target="../diagrams/colors1.xml"/><Relationship Id="rId10" Type="http://schemas.openxmlformats.org/officeDocument/2006/relationships/image" Target="../media/image47.png"/><Relationship Id="rId4" Type="http://schemas.openxmlformats.org/officeDocument/2006/relationships/diagramQuickStyle" Target="../diagrams/quickStyle1.xml"/><Relationship Id="rId9"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3FFFF1D-3C99-3E01-9C0A-51F16867CAF7}"/>
              </a:ext>
            </a:extLst>
          </p:cNvPr>
          <p:cNvSpPr>
            <a:spLocks noGrp="1"/>
          </p:cNvSpPr>
          <p:nvPr>
            <p:ph type="ftr" sz="quarter" idx="3"/>
          </p:nvPr>
        </p:nvSpPr>
        <p:spPr/>
        <p:txBody>
          <a:bodyPr/>
          <a:lstStyle/>
          <a:p>
            <a:pPr algn="r"/>
            <a:r>
              <a:rPr lang="en-US"/>
              <a:t>Confidential | Authorized HPE Partner Use Only</a:t>
            </a:r>
            <a:endParaRPr lang="en-US" dirty="0"/>
          </a:p>
        </p:txBody>
      </p:sp>
      <p:sp>
        <p:nvSpPr>
          <p:cNvPr id="3" name="Slide Number Placeholder 2">
            <a:extLst>
              <a:ext uri="{FF2B5EF4-FFF2-40B4-BE49-F238E27FC236}">
                <a16:creationId xmlns:a16="http://schemas.microsoft.com/office/drawing/2014/main" id="{ED2AADDC-558C-F8F7-5F0C-E89BAC192926}"/>
              </a:ext>
            </a:extLst>
          </p:cNvPr>
          <p:cNvSpPr>
            <a:spLocks noGrp="1"/>
          </p:cNvSpPr>
          <p:nvPr>
            <p:ph type="sldNum" sz="quarter" idx="4"/>
          </p:nvPr>
        </p:nvSpPr>
        <p:spPr/>
        <p:txBody>
          <a:bodyPr/>
          <a:lstStyle/>
          <a:p>
            <a:fld id="{C0388CE4-E87A-43A8-A4DA-5AAB8529E0B0}" type="slidenum">
              <a:rPr lang="en-US" smtClean="0"/>
              <a:pPr/>
              <a:t>1</a:t>
            </a:fld>
            <a:endParaRPr lang="en-US" dirty="0"/>
          </a:p>
        </p:txBody>
      </p:sp>
      <p:sp>
        <p:nvSpPr>
          <p:cNvPr id="4" name="Subtitle 3">
            <a:extLst>
              <a:ext uri="{FF2B5EF4-FFF2-40B4-BE49-F238E27FC236}">
                <a16:creationId xmlns:a16="http://schemas.microsoft.com/office/drawing/2014/main" id="{F35BEDF3-A1A1-FA73-C8D0-9552BBEE57BC}"/>
              </a:ext>
            </a:extLst>
          </p:cNvPr>
          <p:cNvSpPr>
            <a:spLocks noGrp="1"/>
          </p:cNvSpPr>
          <p:nvPr>
            <p:ph type="subTitle" idx="1"/>
          </p:nvPr>
        </p:nvSpPr>
        <p:spPr/>
        <p:txBody>
          <a:bodyPr/>
          <a:lstStyle/>
          <a:p>
            <a:r>
              <a:rPr lang="en-GB" dirty="0"/>
              <a:t>Indrajit Prasad, Satishkumar Bhopale, Dhirendra Pandey</a:t>
            </a:r>
          </a:p>
          <a:p>
            <a:endParaRPr lang="en-GB" dirty="0"/>
          </a:p>
        </p:txBody>
      </p:sp>
      <p:sp>
        <p:nvSpPr>
          <p:cNvPr id="5" name="Text Placeholder 4">
            <a:extLst>
              <a:ext uri="{FF2B5EF4-FFF2-40B4-BE49-F238E27FC236}">
                <a16:creationId xmlns:a16="http://schemas.microsoft.com/office/drawing/2014/main" id="{2F771049-1298-9403-DF4E-C151A2A34307}"/>
              </a:ext>
            </a:extLst>
          </p:cNvPr>
          <p:cNvSpPr>
            <a:spLocks noGrp="1"/>
          </p:cNvSpPr>
          <p:nvPr>
            <p:ph type="body" sz="quarter" idx="23"/>
          </p:nvPr>
        </p:nvSpPr>
        <p:spPr/>
        <p:txBody>
          <a:bodyPr/>
          <a:lstStyle/>
          <a:p>
            <a:r>
              <a:rPr lang="en-US" dirty="0"/>
              <a:t>02</a:t>
            </a:r>
            <a:r>
              <a:rPr lang="en-US" baseline="30000" dirty="0"/>
              <a:t>nd</a:t>
            </a:r>
            <a:r>
              <a:rPr lang="en-US" dirty="0"/>
              <a:t> June 2026</a:t>
            </a:r>
            <a:endParaRPr lang="en-GB" dirty="0"/>
          </a:p>
        </p:txBody>
      </p:sp>
      <p:sp>
        <p:nvSpPr>
          <p:cNvPr id="6" name="Title 5">
            <a:extLst>
              <a:ext uri="{FF2B5EF4-FFF2-40B4-BE49-F238E27FC236}">
                <a16:creationId xmlns:a16="http://schemas.microsoft.com/office/drawing/2014/main" id="{6D93A9E2-ECCB-2A69-2099-9DA1DF1B25AC}"/>
              </a:ext>
            </a:extLst>
          </p:cNvPr>
          <p:cNvSpPr>
            <a:spLocks noGrp="1"/>
          </p:cNvSpPr>
          <p:nvPr>
            <p:ph type="ctrTitle"/>
          </p:nvPr>
        </p:nvSpPr>
        <p:spPr/>
        <p:txBody>
          <a:bodyPr/>
          <a:lstStyle/>
          <a:p>
            <a:r>
              <a:rPr lang="en-US" dirty="0"/>
              <a:t>Red Hat High Availability Clustering Overview &amp; Setup</a:t>
            </a:r>
            <a:endParaRPr lang="en-GB" dirty="0"/>
          </a:p>
        </p:txBody>
      </p:sp>
    </p:spTree>
    <p:extLst>
      <p:ext uri="{BB962C8B-B14F-4D97-AF65-F5344CB8AC3E}">
        <p14:creationId xmlns:p14="http://schemas.microsoft.com/office/powerpoint/2010/main" val="3349367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B681F5-3C1A-B543-424B-62EBB996C1B9}"/>
              </a:ext>
            </a:extLst>
          </p:cNvPr>
          <p:cNvSpPr>
            <a:spLocks noGrp="1"/>
          </p:cNvSpPr>
          <p:nvPr>
            <p:ph idx="1"/>
          </p:nvPr>
        </p:nvSpPr>
        <p:spPr/>
        <p:txBody>
          <a:bodyPr>
            <a:normAutofit fontScale="85000" lnSpcReduction="20000"/>
          </a:bodyPr>
          <a:lstStyle/>
          <a:p>
            <a:pPr marL="457200" indent="-457200">
              <a:buFont typeface="Wingdings" panose="05000000000000000000" pitchFamily="2" charset="2"/>
              <a:buChar char="q"/>
            </a:pPr>
            <a:r>
              <a:rPr lang="en-US" sz="2800" dirty="0"/>
              <a:t>A cluster is a set of computers working together on a single task. The task is performed, and how that task is performed, differs from cluster to cluster. Pacemaker is a high-availability </a:t>
            </a:r>
            <a:r>
              <a:rPr lang="en-US" sz="2800" i="1" dirty="0"/>
              <a:t>cluster resource manager</a:t>
            </a:r>
            <a:r>
              <a:rPr lang="en-US" sz="2800" dirty="0"/>
              <a:t> – software that runs on a set of hosts (a </a:t>
            </a:r>
            <a:r>
              <a:rPr lang="en-US" sz="2800" i="1" dirty="0"/>
              <a:t>cluster</a:t>
            </a:r>
            <a:r>
              <a:rPr lang="en-US" sz="2800" dirty="0"/>
              <a:t> of </a:t>
            </a:r>
            <a:r>
              <a:rPr lang="en-US" sz="2800" i="1" dirty="0"/>
              <a:t>nodes</a:t>
            </a:r>
            <a:r>
              <a:rPr lang="en-US" sz="2800" dirty="0"/>
              <a:t>) to preserve integrity and minimize downtime of desired services (</a:t>
            </a:r>
            <a:r>
              <a:rPr lang="en-US" sz="2800" i="1" dirty="0"/>
              <a:t>resources</a:t>
            </a:r>
            <a:r>
              <a:rPr lang="en-US" sz="2800" dirty="0"/>
              <a:t>). </a:t>
            </a:r>
            <a:br>
              <a:rPr lang="en-US" sz="2800" dirty="0"/>
            </a:br>
            <a:br>
              <a:rPr lang="en-US" sz="2800" dirty="0"/>
            </a:br>
            <a:r>
              <a:rPr lang="en-US" sz="2800" dirty="0"/>
              <a:t>A cluster comprises two or more servers (called </a:t>
            </a:r>
            <a:r>
              <a:rPr lang="en-US" sz="2800" i="1" dirty="0"/>
              <a:t>nodes</a:t>
            </a:r>
            <a:r>
              <a:rPr lang="en-US" sz="2800" dirty="0"/>
              <a:t> or </a:t>
            </a:r>
            <a:r>
              <a:rPr lang="en-US" sz="2800" i="1" dirty="0"/>
              <a:t>members</a:t>
            </a:r>
            <a:r>
              <a:rPr lang="en-US" sz="2800" dirty="0"/>
              <a:t>) that work together to perform a task(s). </a:t>
            </a:r>
          </a:p>
          <a:p>
            <a:pPr marL="228600" lvl="1" indent="0">
              <a:buNone/>
            </a:pPr>
            <a:endParaRPr lang="en-US" sz="2300" b="1" dirty="0"/>
          </a:p>
          <a:p>
            <a:pPr lvl="1">
              <a:buFont typeface="Wingdings" panose="05000000000000000000" pitchFamily="2" charset="2"/>
              <a:buChar char="Ø"/>
            </a:pPr>
            <a:r>
              <a:rPr lang="en-US" sz="2300" b="1" dirty="0"/>
              <a:t> </a:t>
            </a:r>
            <a:r>
              <a:rPr lang="en-US" sz="3100" dirty="0"/>
              <a:t>There are four major types of clusters:</a:t>
            </a:r>
          </a:p>
          <a:p>
            <a:endParaRPr lang="en-US" sz="2300" dirty="0"/>
          </a:p>
          <a:p>
            <a:pPr lvl="2">
              <a:buFont typeface="Wingdings" panose="05000000000000000000" pitchFamily="2" charset="2"/>
              <a:buChar char="Ø"/>
            </a:pPr>
            <a:r>
              <a:rPr lang="en-US" sz="2300" dirty="0"/>
              <a:t> </a:t>
            </a:r>
            <a:r>
              <a:rPr lang="en-US" sz="2800" dirty="0"/>
              <a:t>Storage</a:t>
            </a:r>
            <a:endParaRPr lang="en-US" sz="2800" dirty="0">
              <a:highlight>
                <a:srgbClr val="FF0000"/>
              </a:highlight>
            </a:endParaRPr>
          </a:p>
          <a:p>
            <a:pPr lvl="2">
              <a:buFont typeface="Wingdings" panose="05000000000000000000" pitchFamily="2" charset="2"/>
              <a:buChar char="Ø"/>
            </a:pPr>
            <a:r>
              <a:rPr lang="en-US" sz="2800" dirty="0"/>
              <a:t> High availability</a:t>
            </a:r>
          </a:p>
          <a:p>
            <a:pPr lvl="2">
              <a:buFont typeface="Wingdings" panose="05000000000000000000" pitchFamily="2" charset="2"/>
              <a:buChar char="Ø"/>
            </a:pPr>
            <a:r>
              <a:rPr lang="en-US" sz="2800" dirty="0"/>
              <a:t> Load balancing</a:t>
            </a:r>
          </a:p>
          <a:p>
            <a:pPr lvl="2">
              <a:buFont typeface="Wingdings" panose="05000000000000000000" pitchFamily="2" charset="2"/>
              <a:buChar char="Ø"/>
            </a:pPr>
            <a:r>
              <a:rPr lang="en-US" sz="2800" dirty="0"/>
              <a:t> High performance</a:t>
            </a:r>
            <a:endParaRPr lang="en-GB" dirty="0"/>
          </a:p>
        </p:txBody>
      </p:sp>
      <p:sp>
        <p:nvSpPr>
          <p:cNvPr id="3" name="Title 2">
            <a:extLst>
              <a:ext uri="{FF2B5EF4-FFF2-40B4-BE49-F238E27FC236}">
                <a16:creationId xmlns:a16="http://schemas.microsoft.com/office/drawing/2014/main" id="{D30D79F9-E846-435C-A94D-A1FDFFA66534}"/>
              </a:ext>
            </a:extLst>
          </p:cNvPr>
          <p:cNvSpPr>
            <a:spLocks noGrp="1"/>
          </p:cNvSpPr>
          <p:nvPr>
            <p:ph type="title"/>
          </p:nvPr>
        </p:nvSpPr>
        <p:spPr/>
        <p:txBody>
          <a:bodyPr/>
          <a:lstStyle/>
          <a:p>
            <a:r>
              <a:rPr lang="en-GB" dirty="0"/>
              <a:t>What is Pacemaker Cluster?</a:t>
            </a:r>
          </a:p>
        </p:txBody>
      </p:sp>
      <p:sp>
        <p:nvSpPr>
          <p:cNvPr id="4" name="Footer Placeholder 3">
            <a:extLst>
              <a:ext uri="{FF2B5EF4-FFF2-40B4-BE49-F238E27FC236}">
                <a16:creationId xmlns:a16="http://schemas.microsoft.com/office/drawing/2014/main" id="{DF332C34-24F8-E2B8-40B4-E40ACCC7ACD5}"/>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8D7D6413-EB53-AA86-E283-F4A959295601}"/>
              </a:ext>
            </a:extLst>
          </p:cNvPr>
          <p:cNvSpPr>
            <a:spLocks noGrp="1"/>
          </p:cNvSpPr>
          <p:nvPr>
            <p:ph type="sldNum" sz="quarter" idx="11"/>
          </p:nvPr>
        </p:nvSpPr>
        <p:spPr/>
        <p:txBody>
          <a:bodyPr/>
          <a:lstStyle/>
          <a:p>
            <a:fld id="{C0388CE4-E87A-43A8-A4DA-5AAB8529E0B0}" type="slidenum">
              <a:rPr lang="en-US" smtClean="0"/>
              <a:pPr/>
              <a:t>2</a:t>
            </a:fld>
            <a:endParaRPr lang="en-US" dirty="0"/>
          </a:p>
        </p:txBody>
      </p:sp>
    </p:spTree>
    <p:extLst>
      <p:ext uri="{BB962C8B-B14F-4D97-AF65-F5344CB8AC3E}">
        <p14:creationId xmlns:p14="http://schemas.microsoft.com/office/powerpoint/2010/main" val="2699898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61DC1A-7233-407E-CFF1-658689C3FE7B}"/>
              </a:ext>
            </a:extLst>
          </p:cNvPr>
          <p:cNvSpPr>
            <a:spLocks noGrp="1"/>
          </p:cNvSpPr>
          <p:nvPr>
            <p:ph idx="1"/>
          </p:nvPr>
        </p:nvSpPr>
        <p:spPr/>
        <p:txBody>
          <a:bodyPr>
            <a:normAutofit/>
          </a:bodyPr>
          <a:lstStyle/>
          <a:p>
            <a:pPr marL="228600" lvl="1" indent="0">
              <a:buNone/>
            </a:pPr>
            <a:endParaRPr lang="en-US" dirty="0"/>
          </a:p>
          <a:p>
            <a:pPr marL="685800" lvl="1" indent="-457200">
              <a:buFont typeface="+mj-lt"/>
              <a:buAutoNum type="arabicPeriod"/>
            </a:pPr>
            <a:r>
              <a:rPr lang="en-US" sz="2400" dirty="0"/>
              <a:t>Pacemaker</a:t>
            </a:r>
          </a:p>
          <a:p>
            <a:pPr marL="685800" lvl="1" indent="-457200">
              <a:buFont typeface="+mj-lt"/>
              <a:buAutoNum type="arabicPeriod"/>
            </a:pPr>
            <a:r>
              <a:rPr lang="en-US" sz="2400" dirty="0"/>
              <a:t>Cluster Information Base (CIB)</a:t>
            </a:r>
          </a:p>
          <a:p>
            <a:pPr marL="685800" lvl="1" indent="-457200">
              <a:buFont typeface="+mj-lt"/>
              <a:buAutoNum type="arabicPeriod"/>
            </a:pPr>
            <a:r>
              <a:rPr lang="fr-FR" sz="2400" dirty="0"/>
              <a:t>Cluster Resource Management Daemon (</a:t>
            </a:r>
            <a:r>
              <a:rPr lang="fr-FR" sz="2400" dirty="0" err="1"/>
              <a:t>CRMd</a:t>
            </a:r>
            <a:r>
              <a:rPr lang="fr-FR" sz="2400" dirty="0"/>
              <a:t>) / </a:t>
            </a:r>
            <a:r>
              <a:rPr lang="fr-FR" sz="2400" dirty="0" err="1"/>
              <a:t>PCSd</a:t>
            </a:r>
            <a:endParaRPr lang="fr-FR" sz="2400" dirty="0"/>
          </a:p>
          <a:p>
            <a:pPr marL="685800" lvl="1" indent="-457200">
              <a:buFont typeface="+mj-lt"/>
              <a:buAutoNum type="arabicPeriod"/>
            </a:pPr>
            <a:r>
              <a:rPr lang="en-US" sz="2400" dirty="0"/>
              <a:t>Shoot the Other Node in the Head (STONITH)</a:t>
            </a:r>
          </a:p>
          <a:p>
            <a:pPr marL="685800" lvl="1" indent="-457200">
              <a:buFont typeface="+mj-lt"/>
              <a:buAutoNum type="arabicPeriod"/>
            </a:pPr>
            <a:r>
              <a:rPr lang="en-US" sz="2400" dirty="0"/>
              <a:t>PCS</a:t>
            </a:r>
          </a:p>
          <a:p>
            <a:pPr marL="685800" lvl="1" indent="-457200">
              <a:buFont typeface="+mj-lt"/>
              <a:buAutoNum type="arabicPeriod"/>
            </a:pPr>
            <a:r>
              <a:rPr lang="en-US" sz="2400" dirty="0"/>
              <a:t>Corosync</a:t>
            </a:r>
          </a:p>
          <a:p>
            <a:pPr marL="685800" lvl="1" indent="-457200">
              <a:buFont typeface="+mj-lt"/>
              <a:buAutoNum type="arabicPeriod"/>
            </a:pPr>
            <a:r>
              <a:rPr lang="en-US" sz="2400" dirty="0"/>
              <a:t>Quorum ( Recommended for more then two node cluster)</a:t>
            </a:r>
          </a:p>
          <a:p>
            <a:endParaRPr lang="en-GB" dirty="0"/>
          </a:p>
        </p:txBody>
      </p:sp>
      <p:sp>
        <p:nvSpPr>
          <p:cNvPr id="3" name="Title 2">
            <a:extLst>
              <a:ext uri="{FF2B5EF4-FFF2-40B4-BE49-F238E27FC236}">
                <a16:creationId xmlns:a16="http://schemas.microsoft.com/office/drawing/2014/main" id="{F0926FF0-9A1F-E7F3-F3FD-20456B633084}"/>
              </a:ext>
            </a:extLst>
          </p:cNvPr>
          <p:cNvSpPr>
            <a:spLocks noGrp="1"/>
          </p:cNvSpPr>
          <p:nvPr>
            <p:ph type="title"/>
          </p:nvPr>
        </p:nvSpPr>
        <p:spPr/>
        <p:txBody>
          <a:bodyPr/>
          <a:lstStyle/>
          <a:p>
            <a:r>
              <a:rPr lang="en-US" dirty="0"/>
              <a:t>Pacemaker HA Cluster Architecture Key Components</a:t>
            </a:r>
            <a:endParaRPr lang="en-GB" dirty="0"/>
          </a:p>
        </p:txBody>
      </p:sp>
      <p:sp>
        <p:nvSpPr>
          <p:cNvPr id="4" name="Footer Placeholder 3">
            <a:extLst>
              <a:ext uri="{FF2B5EF4-FFF2-40B4-BE49-F238E27FC236}">
                <a16:creationId xmlns:a16="http://schemas.microsoft.com/office/drawing/2014/main" id="{61843AAA-1F7A-4718-2D68-D21223E57AC6}"/>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7A9EB7B8-A18D-757D-15F6-927E2125E9E2}"/>
              </a:ext>
            </a:extLst>
          </p:cNvPr>
          <p:cNvSpPr>
            <a:spLocks noGrp="1"/>
          </p:cNvSpPr>
          <p:nvPr>
            <p:ph type="sldNum" sz="quarter" idx="11"/>
          </p:nvPr>
        </p:nvSpPr>
        <p:spPr/>
        <p:txBody>
          <a:bodyPr/>
          <a:lstStyle/>
          <a:p>
            <a:fld id="{C0388CE4-E87A-43A8-A4DA-5AAB8529E0B0}" type="slidenum">
              <a:rPr lang="en-US" smtClean="0"/>
              <a:pPr/>
              <a:t>3</a:t>
            </a:fld>
            <a:endParaRPr lang="en-US" dirty="0"/>
          </a:p>
        </p:txBody>
      </p:sp>
      <p:graphicFrame>
        <p:nvGraphicFramePr>
          <p:cNvPr id="8" name="Object 7">
            <a:extLst>
              <a:ext uri="{FF2B5EF4-FFF2-40B4-BE49-F238E27FC236}">
                <a16:creationId xmlns:a16="http://schemas.microsoft.com/office/drawing/2014/main" id="{D2A91B26-27C5-4C51-8541-44159BE865DE}"/>
              </a:ext>
            </a:extLst>
          </p:cNvPr>
          <p:cNvGraphicFramePr>
            <a:graphicFrameLocks noChangeAspect="1"/>
          </p:cNvGraphicFramePr>
          <p:nvPr>
            <p:extLst>
              <p:ext uri="{D42A27DB-BD31-4B8C-83A1-F6EECF244321}">
                <p14:modId xmlns:p14="http://schemas.microsoft.com/office/powerpoint/2010/main" val="1187757865"/>
              </p:ext>
            </p:extLst>
          </p:nvPr>
        </p:nvGraphicFramePr>
        <p:xfrm>
          <a:off x="2515546" y="4795550"/>
          <a:ext cx="5379980" cy="1215788"/>
        </p:xfrm>
        <a:graphic>
          <a:graphicData uri="http://schemas.openxmlformats.org/presentationml/2006/ole">
            <mc:AlternateContent xmlns:mc="http://schemas.openxmlformats.org/markup-compatibility/2006">
              <mc:Choice xmlns:v="urn:schemas-microsoft-com:vml" Requires="v">
                <p:oleObj name="Packager Shell Object" showAsIcon="1" r:id="rId2" imgW="2026320" imgH="526694" progId="Package">
                  <p:embed/>
                </p:oleObj>
              </mc:Choice>
              <mc:Fallback>
                <p:oleObj name="Packager Shell Object" showAsIcon="1" r:id="rId2" imgW="2026320" imgH="526694" progId="Package">
                  <p:embed/>
                  <p:pic>
                    <p:nvPicPr>
                      <p:cNvPr id="8" name="Object 7">
                        <a:extLst>
                          <a:ext uri="{FF2B5EF4-FFF2-40B4-BE49-F238E27FC236}">
                            <a16:creationId xmlns:a16="http://schemas.microsoft.com/office/drawing/2014/main" id="{D2A91B26-27C5-4C51-8541-44159BE865DE}"/>
                          </a:ext>
                        </a:extLst>
                      </p:cNvPr>
                      <p:cNvPicPr/>
                      <p:nvPr/>
                    </p:nvPicPr>
                    <p:blipFill>
                      <a:blip r:embed="rId3"/>
                      <a:stretch>
                        <a:fillRect/>
                      </a:stretch>
                    </p:blipFill>
                    <p:spPr>
                      <a:xfrm>
                        <a:off x="2515546" y="4795550"/>
                        <a:ext cx="5379980" cy="1215788"/>
                      </a:xfrm>
                      <a:prstGeom prst="rect">
                        <a:avLst/>
                      </a:prstGeom>
                      <a:ln>
                        <a:solidFill>
                          <a:schemeClr val="accent2"/>
                        </a:solidFill>
                      </a:ln>
                    </p:spPr>
                  </p:pic>
                </p:oleObj>
              </mc:Fallback>
            </mc:AlternateContent>
          </a:graphicData>
        </a:graphic>
      </p:graphicFrame>
    </p:spTree>
    <p:extLst>
      <p:ext uri="{BB962C8B-B14F-4D97-AF65-F5344CB8AC3E}">
        <p14:creationId xmlns:p14="http://schemas.microsoft.com/office/powerpoint/2010/main" val="3491710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CD9030-05C3-1DD8-8541-38A6C54D5DB7}"/>
              </a:ext>
            </a:extLst>
          </p:cNvPr>
          <p:cNvSpPr>
            <a:spLocks noGrp="1"/>
          </p:cNvSpPr>
          <p:nvPr>
            <p:ph idx="1"/>
          </p:nvPr>
        </p:nvSpPr>
        <p:spPr>
          <a:xfrm>
            <a:off x="381600" y="1165860"/>
            <a:ext cx="4690274" cy="5097600"/>
          </a:xfrm>
          <a:ln>
            <a:solidFill>
              <a:schemeClr val="accent2"/>
            </a:solidFill>
          </a:ln>
        </p:spPr>
        <p:txBody>
          <a:bodyPr>
            <a:normAutofit/>
          </a:bodyPr>
          <a:lstStyle/>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We need a Pacemaker Cluster for high availability, which involves using redundant servers to ensure continuous service and automatic failover in case of a failure.</a:t>
            </a:r>
          </a:p>
          <a:p>
            <a:pPr marL="342900" indent="-342900">
              <a:buFont typeface="Arial" panose="020B0604020202020204" pitchFamily="34" charset="0"/>
              <a:buChar char="•"/>
            </a:pPr>
            <a:r>
              <a:rPr lang="en-US" sz="2000" dirty="0"/>
              <a:t>Pacemaker detects failures, shuts down the affected service on the failed node, and moves it to another node to minimize downtime.</a:t>
            </a:r>
          </a:p>
          <a:p>
            <a:pPr marL="342900" indent="-342900">
              <a:buFont typeface="Arial" panose="020B0604020202020204" pitchFamily="34" charset="0"/>
              <a:buChar char="•"/>
            </a:pPr>
            <a:r>
              <a:rPr lang="en-US" sz="2000" dirty="0"/>
              <a:t>It also provides better performance by distributing workloads and ensures data integrity through redundancy.</a:t>
            </a:r>
            <a:endParaRPr lang="en-GB" sz="2000" dirty="0"/>
          </a:p>
        </p:txBody>
      </p:sp>
      <p:sp>
        <p:nvSpPr>
          <p:cNvPr id="3" name="Title 2">
            <a:extLst>
              <a:ext uri="{FF2B5EF4-FFF2-40B4-BE49-F238E27FC236}">
                <a16:creationId xmlns:a16="http://schemas.microsoft.com/office/drawing/2014/main" id="{4AE33CDC-1922-E452-989F-E0D697732F9D}"/>
              </a:ext>
            </a:extLst>
          </p:cNvPr>
          <p:cNvSpPr>
            <a:spLocks noGrp="1"/>
          </p:cNvSpPr>
          <p:nvPr>
            <p:ph type="title"/>
          </p:nvPr>
        </p:nvSpPr>
        <p:spPr/>
        <p:txBody>
          <a:bodyPr/>
          <a:lstStyle/>
          <a:p>
            <a:r>
              <a:rPr lang="en-US" dirty="0"/>
              <a:t>Why Do we need Cluster?</a:t>
            </a:r>
            <a:endParaRPr lang="en-GB" dirty="0"/>
          </a:p>
        </p:txBody>
      </p:sp>
      <p:sp>
        <p:nvSpPr>
          <p:cNvPr id="4" name="Footer Placeholder 3">
            <a:extLst>
              <a:ext uri="{FF2B5EF4-FFF2-40B4-BE49-F238E27FC236}">
                <a16:creationId xmlns:a16="http://schemas.microsoft.com/office/drawing/2014/main" id="{BFFAA299-88E8-37ED-0B85-6ED9B3EB1197}"/>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60D8BA67-3C1B-A4CD-494D-D9505F362DD9}"/>
              </a:ext>
            </a:extLst>
          </p:cNvPr>
          <p:cNvSpPr>
            <a:spLocks noGrp="1"/>
          </p:cNvSpPr>
          <p:nvPr>
            <p:ph type="sldNum" sz="quarter" idx="11"/>
          </p:nvPr>
        </p:nvSpPr>
        <p:spPr/>
        <p:txBody>
          <a:bodyPr/>
          <a:lstStyle/>
          <a:p>
            <a:fld id="{C0388CE4-E87A-43A8-A4DA-5AAB8529E0B0}" type="slidenum">
              <a:rPr lang="en-US" smtClean="0"/>
              <a:pPr/>
              <a:t>4</a:t>
            </a:fld>
            <a:endParaRPr lang="en-US" dirty="0"/>
          </a:p>
        </p:txBody>
      </p:sp>
      <p:grpSp>
        <p:nvGrpSpPr>
          <p:cNvPr id="9" name="Group 8">
            <a:extLst>
              <a:ext uri="{FF2B5EF4-FFF2-40B4-BE49-F238E27FC236}">
                <a16:creationId xmlns:a16="http://schemas.microsoft.com/office/drawing/2014/main" id="{14EAD034-9AFC-955A-11BE-58CE7C09D88D}"/>
              </a:ext>
            </a:extLst>
          </p:cNvPr>
          <p:cNvGrpSpPr/>
          <p:nvPr/>
        </p:nvGrpSpPr>
        <p:grpSpPr>
          <a:xfrm>
            <a:off x="5211098" y="1092860"/>
            <a:ext cx="6836758" cy="5170600"/>
            <a:chOff x="5673212" y="1092860"/>
            <a:chExt cx="6374643" cy="5170600"/>
          </a:xfrm>
        </p:grpSpPr>
        <p:pic>
          <p:nvPicPr>
            <p:cNvPr id="6" name="Picture 2">
              <a:extLst>
                <a:ext uri="{FF2B5EF4-FFF2-40B4-BE49-F238E27FC236}">
                  <a16:creationId xmlns:a16="http://schemas.microsoft.com/office/drawing/2014/main" id="{5A80EF52-6260-424F-80F0-B4A95B39FCC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73212" y="1092860"/>
              <a:ext cx="6374643" cy="5170600"/>
            </a:xfrm>
            <a:prstGeom prst="rect">
              <a:avLst/>
            </a:prstGeom>
            <a:solidFill>
              <a:srgbClr val="FFFFFF"/>
            </a:solidFill>
          </p:spPr>
        </p:pic>
        <p:pic>
          <p:nvPicPr>
            <p:cNvPr id="8" name="Picture 7">
              <a:extLst>
                <a:ext uri="{FF2B5EF4-FFF2-40B4-BE49-F238E27FC236}">
                  <a16:creationId xmlns:a16="http://schemas.microsoft.com/office/drawing/2014/main" id="{AE5635E5-31F9-C276-9FF4-8416603C6DE6}"/>
                </a:ext>
              </a:extLst>
            </p:cNvPr>
            <p:cNvPicPr>
              <a:picLocks noChangeAspect="1"/>
            </p:cNvPicPr>
            <p:nvPr/>
          </p:nvPicPr>
          <p:blipFill>
            <a:blip r:embed="rId3"/>
            <a:stretch>
              <a:fillRect/>
            </a:stretch>
          </p:blipFill>
          <p:spPr>
            <a:xfrm>
              <a:off x="10844075" y="6024248"/>
              <a:ext cx="1044030" cy="205758"/>
            </a:xfrm>
            <a:prstGeom prst="rect">
              <a:avLst/>
            </a:prstGeom>
          </p:spPr>
        </p:pic>
      </p:grpSp>
    </p:spTree>
    <p:extLst>
      <p:ext uri="{BB962C8B-B14F-4D97-AF65-F5344CB8AC3E}">
        <p14:creationId xmlns:p14="http://schemas.microsoft.com/office/powerpoint/2010/main" val="3899783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D8C54B-1FD0-4828-65A5-AC37F432F569}"/>
              </a:ext>
            </a:extLst>
          </p:cNvPr>
          <p:cNvSpPr>
            <a:spLocks noGrp="1"/>
          </p:cNvSpPr>
          <p:nvPr>
            <p:ph idx="1"/>
          </p:nvPr>
        </p:nvSpPr>
        <p:spPr>
          <a:xfrm>
            <a:off x="5781369" y="1300154"/>
            <a:ext cx="6005030" cy="4963306"/>
          </a:xfrm>
          <a:ln>
            <a:solidFill>
              <a:schemeClr val="tx1"/>
            </a:solidFill>
          </a:ln>
        </p:spPr>
        <p:txBody>
          <a:bodyPr/>
          <a:lstStyle/>
          <a:p>
            <a:r>
              <a:rPr lang="en-GB" b="1" dirty="0"/>
              <a:t>    </a:t>
            </a:r>
            <a:r>
              <a:rPr lang="en-GB" sz="2000" b="1" dirty="0"/>
              <a:t>Storage Cluster:</a:t>
            </a:r>
            <a:endParaRPr lang="en-GB" b="1" dirty="0"/>
          </a:p>
          <a:p>
            <a:endParaRPr lang="en-GB" b="1" dirty="0"/>
          </a:p>
        </p:txBody>
      </p:sp>
      <p:sp>
        <p:nvSpPr>
          <p:cNvPr id="3" name="Title 2">
            <a:extLst>
              <a:ext uri="{FF2B5EF4-FFF2-40B4-BE49-F238E27FC236}">
                <a16:creationId xmlns:a16="http://schemas.microsoft.com/office/drawing/2014/main" id="{20006E56-A50E-F6DB-2259-45372C91FBC9}"/>
              </a:ext>
            </a:extLst>
          </p:cNvPr>
          <p:cNvSpPr>
            <a:spLocks noGrp="1"/>
          </p:cNvSpPr>
          <p:nvPr>
            <p:ph type="title"/>
          </p:nvPr>
        </p:nvSpPr>
        <p:spPr/>
        <p:txBody>
          <a:bodyPr/>
          <a:lstStyle/>
          <a:p>
            <a:r>
              <a:rPr lang="en-GB" dirty="0"/>
              <a:t>Major types of Clusters</a:t>
            </a:r>
          </a:p>
        </p:txBody>
      </p:sp>
      <p:sp>
        <p:nvSpPr>
          <p:cNvPr id="4" name="Footer Placeholder 3">
            <a:extLst>
              <a:ext uri="{FF2B5EF4-FFF2-40B4-BE49-F238E27FC236}">
                <a16:creationId xmlns:a16="http://schemas.microsoft.com/office/drawing/2014/main" id="{BC969812-B408-EC02-E56A-13C12A1CFEEA}"/>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F772B576-5635-6862-2D18-B5AD4B7E06DA}"/>
              </a:ext>
            </a:extLst>
          </p:cNvPr>
          <p:cNvSpPr>
            <a:spLocks noGrp="1"/>
          </p:cNvSpPr>
          <p:nvPr>
            <p:ph type="sldNum" sz="quarter" idx="11"/>
          </p:nvPr>
        </p:nvSpPr>
        <p:spPr/>
        <p:txBody>
          <a:bodyPr/>
          <a:lstStyle/>
          <a:p>
            <a:fld id="{C0388CE4-E87A-43A8-A4DA-5AAB8529E0B0}" type="slidenum">
              <a:rPr lang="en-US" smtClean="0"/>
              <a:pPr/>
              <a:t>5</a:t>
            </a:fld>
            <a:endParaRPr lang="en-US" dirty="0"/>
          </a:p>
        </p:txBody>
      </p:sp>
      <p:pic>
        <p:nvPicPr>
          <p:cNvPr id="8" name="Picture 7">
            <a:extLst>
              <a:ext uri="{FF2B5EF4-FFF2-40B4-BE49-F238E27FC236}">
                <a16:creationId xmlns:a16="http://schemas.microsoft.com/office/drawing/2014/main" id="{AFAFBF02-BA49-A781-A7D7-ECBC1739AC2E}"/>
              </a:ext>
            </a:extLst>
          </p:cNvPr>
          <p:cNvPicPr>
            <a:picLocks noChangeAspect="1"/>
          </p:cNvPicPr>
          <p:nvPr/>
        </p:nvPicPr>
        <p:blipFill>
          <a:blip r:embed="rId2">
            <a:extLst>
              <a:ext uri="{28A0092B-C50C-407E-A947-70E740481C1C}">
                <a14:useLocalDpi xmlns:a14="http://schemas.microsoft.com/office/drawing/2010/main" val="0"/>
              </a:ext>
            </a:extLst>
          </a:blip>
          <a:srcRect b="4349"/>
          <a:stretch>
            <a:fillRect/>
          </a:stretch>
        </p:blipFill>
        <p:spPr>
          <a:xfrm>
            <a:off x="206478" y="1165860"/>
            <a:ext cx="5152106" cy="4910475"/>
          </a:xfrm>
          <a:prstGeom prst="rect">
            <a:avLst/>
          </a:prstGeom>
        </p:spPr>
      </p:pic>
      <p:sp>
        <p:nvSpPr>
          <p:cNvPr id="10" name="TextBox 9">
            <a:extLst>
              <a:ext uri="{FF2B5EF4-FFF2-40B4-BE49-F238E27FC236}">
                <a16:creationId xmlns:a16="http://schemas.microsoft.com/office/drawing/2014/main" id="{EB62BDCB-9FFA-F073-5C71-B5E7F94FF85F}"/>
              </a:ext>
            </a:extLst>
          </p:cNvPr>
          <p:cNvSpPr txBox="1"/>
          <p:nvPr/>
        </p:nvSpPr>
        <p:spPr>
          <a:xfrm>
            <a:off x="5948516" y="1799303"/>
            <a:ext cx="5663381" cy="893655"/>
          </a:xfrm>
          <a:prstGeom prst="roundRect">
            <a:avLst/>
          </a:prstGeom>
          <a:noFill/>
          <a:ln w="19050">
            <a:solidFill>
              <a:schemeClr val="accent2"/>
            </a:solidFill>
          </a:ln>
        </p:spPr>
        <p:txBody>
          <a:bodyPr wrap="square" lIns="90170" tIns="90170" rIns="90170" bIns="90170" rtlCol="0">
            <a:noAutofit/>
          </a:bodyPr>
          <a:lstStyle/>
          <a:p>
            <a:pPr algn="l"/>
            <a:r>
              <a:rPr lang="en-US" sz="1500" dirty="0"/>
              <a:t>Storage clusters provide a consistent file system image across servers in a cluster, allowing the servers to  simultaneously read and write to a single shared file system </a:t>
            </a:r>
            <a:endParaRPr lang="en-GB" sz="1500" dirty="0"/>
          </a:p>
        </p:txBody>
      </p:sp>
      <p:sp>
        <p:nvSpPr>
          <p:cNvPr id="11" name="TextBox 10">
            <a:extLst>
              <a:ext uri="{FF2B5EF4-FFF2-40B4-BE49-F238E27FC236}">
                <a16:creationId xmlns:a16="http://schemas.microsoft.com/office/drawing/2014/main" id="{D00A8DE6-A4CD-A569-E637-1AF581A578C5}"/>
              </a:ext>
            </a:extLst>
          </p:cNvPr>
          <p:cNvSpPr txBox="1"/>
          <p:nvPr/>
        </p:nvSpPr>
        <p:spPr>
          <a:xfrm>
            <a:off x="5948515" y="2879573"/>
            <a:ext cx="5663381" cy="893655"/>
          </a:xfrm>
          <a:prstGeom prst="roundRect">
            <a:avLst/>
          </a:prstGeom>
          <a:noFill/>
          <a:ln w="19050">
            <a:solidFill>
              <a:schemeClr val="accent6"/>
            </a:solidFill>
          </a:ln>
        </p:spPr>
        <p:txBody>
          <a:bodyPr wrap="square" lIns="90170" tIns="90170" rIns="90170" bIns="90170" rtlCol="0">
            <a:noAutofit/>
          </a:bodyPr>
          <a:lstStyle/>
          <a:p>
            <a:r>
              <a:rPr lang="en-US" sz="1500" dirty="0"/>
              <a:t>A storage cluster simplifies storage administration by limiting the installation and patching of applications to one file system</a:t>
            </a:r>
            <a:endParaRPr lang="en-GB" sz="1500" dirty="0"/>
          </a:p>
        </p:txBody>
      </p:sp>
      <p:sp>
        <p:nvSpPr>
          <p:cNvPr id="12" name="TextBox 11">
            <a:extLst>
              <a:ext uri="{FF2B5EF4-FFF2-40B4-BE49-F238E27FC236}">
                <a16:creationId xmlns:a16="http://schemas.microsoft.com/office/drawing/2014/main" id="{8953FBA0-D0DA-838B-C630-14B7D37076FE}"/>
              </a:ext>
            </a:extLst>
          </p:cNvPr>
          <p:cNvSpPr txBox="1"/>
          <p:nvPr/>
        </p:nvSpPr>
        <p:spPr>
          <a:xfrm>
            <a:off x="5948515" y="3957175"/>
            <a:ext cx="5663381" cy="893655"/>
          </a:xfrm>
          <a:prstGeom prst="roundRect">
            <a:avLst/>
          </a:prstGeom>
          <a:noFill/>
          <a:ln w="19050">
            <a:solidFill>
              <a:schemeClr val="accent2"/>
            </a:solidFill>
          </a:ln>
        </p:spPr>
        <p:txBody>
          <a:bodyPr wrap="square" lIns="90170" tIns="90170" rIns="90170" bIns="90170" rtlCol="0">
            <a:noAutofit/>
          </a:bodyPr>
          <a:lstStyle/>
          <a:p>
            <a:r>
              <a:rPr lang="en-US" sz="1500" dirty="0"/>
              <a:t>Also, with a cluster-wide file system, a storage cluster eliminates the need for</a:t>
            </a:r>
            <a:r>
              <a:rPr lang="en-US" sz="1400" dirty="0"/>
              <a:t> redundant copies of application data and simplifies backup and disaster recovery</a:t>
            </a:r>
            <a:endParaRPr lang="en-GB" sz="1500" dirty="0"/>
          </a:p>
        </p:txBody>
      </p:sp>
      <p:sp>
        <p:nvSpPr>
          <p:cNvPr id="13" name="TextBox 12">
            <a:extLst>
              <a:ext uri="{FF2B5EF4-FFF2-40B4-BE49-F238E27FC236}">
                <a16:creationId xmlns:a16="http://schemas.microsoft.com/office/drawing/2014/main" id="{0954D304-905F-E247-7A6E-439D5267C8A2}"/>
              </a:ext>
            </a:extLst>
          </p:cNvPr>
          <p:cNvSpPr txBox="1"/>
          <p:nvPr/>
        </p:nvSpPr>
        <p:spPr>
          <a:xfrm>
            <a:off x="5948515" y="5014951"/>
            <a:ext cx="5663381" cy="893655"/>
          </a:xfrm>
          <a:prstGeom prst="roundRect">
            <a:avLst/>
          </a:prstGeom>
          <a:noFill/>
          <a:ln w="19050">
            <a:solidFill>
              <a:schemeClr val="accent6"/>
            </a:solidFill>
          </a:ln>
        </p:spPr>
        <p:txBody>
          <a:bodyPr wrap="square" lIns="90170" tIns="90170" rIns="90170" bIns="90170" rtlCol="0">
            <a:noAutofit/>
          </a:bodyPr>
          <a:lstStyle/>
          <a:p>
            <a:r>
              <a:rPr lang="en-US" sz="1400" dirty="0"/>
              <a:t>The High Availability Add-On provides storage clustering in conjunction with Red Hat GFS2 (part of the Resilient Storage Add-On).</a:t>
            </a:r>
            <a:endParaRPr lang="en-GB" sz="1500" dirty="0"/>
          </a:p>
        </p:txBody>
      </p:sp>
    </p:spTree>
    <p:extLst>
      <p:ext uri="{BB962C8B-B14F-4D97-AF65-F5344CB8AC3E}">
        <p14:creationId xmlns:p14="http://schemas.microsoft.com/office/powerpoint/2010/main" val="2342984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1403F-E33F-335A-63E2-7FC7E9D62B2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D0E744-88A1-9657-526B-415394C7E0A8}"/>
              </a:ext>
            </a:extLst>
          </p:cNvPr>
          <p:cNvSpPr>
            <a:spLocks noGrp="1"/>
          </p:cNvSpPr>
          <p:nvPr>
            <p:ph idx="1"/>
          </p:nvPr>
        </p:nvSpPr>
        <p:spPr>
          <a:xfrm>
            <a:off x="5801031" y="1300154"/>
            <a:ext cx="5985367" cy="4963306"/>
          </a:xfrm>
          <a:ln>
            <a:solidFill>
              <a:schemeClr val="tx1"/>
            </a:solidFill>
          </a:ln>
        </p:spPr>
        <p:txBody>
          <a:bodyPr/>
          <a:lstStyle/>
          <a:p>
            <a:r>
              <a:rPr lang="en-GB" b="1" dirty="0"/>
              <a:t>    </a:t>
            </a:r>
            <a:r>
              <a:rPr lang="en-GB" sz="2000" b="1" dirty="0"/>
              <a:t>High Availability Cluster:</a:t>
            </a:r>
            <a:endParaRPr lang="en-GB" b="1" dirty="0"/>
          </a:p>
          <a:p>
            <a:endParaRPr lang="en-GB" b="1" dirty="0"/>
          </a:p>
        </p:txBody>
      </p:sp>
      <p:sp>
        <p:nvSpPr>
          <p:cNvPr id="3" name="Title 2">
            <a:extLst>
              <a:ext uri="{FF2B5EF4-FFF2-40B4-BE49-F238E27FC236}">
                <a16:creationId xmlns:a16="http://schemas.microsoft.com/office/drawing/2014/main" id="{7B455257-6F4A-E300-70B3-D7436F44B91C}"/>
              </a:ext>
            </a:extLst>
          </p:cNvPr>
          <p:cNvSpPr>
            <a:spLocks noGrp="1"/>
          </p:cNvSpPr>
          <p:nvPr>
            <p:ph type="title"/>
          </p:nvPr>
        </p:nvSpPr>
        <p:spPr/>
        <p:txBody>
          <a:bodyPr/>
          <a:lstStyle/>
          <a:p>
            <a:r>
              <a:rPr lang="en-GB" dirty="0"/>
              <a:t>Major types of Clusters</a:t>
            </a:r>
          </a:p>
        </p:txBody>
      </p:sp>
      <p:sp>
        <p:nvSpPr>
          <p:cNvPr id="4" name="Footer Placeholder 3">
            <a:extLst>
              <a:ext uri="{FF2B5EF4-FFF2-40B4-BE49-F238E27FC236}">
                <a16:creationId xmlns:a16="http://schemas.microsoft.com/office/drawing/2014/main" id="{A71EED69-8756-8827-C7D7-6F26AE62FE14}"/>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A3139333-9F21-1AF3-94D7-7D1F71D12767}"/>
              </a:ext>
            </a:extLst>
          </p:cNvPr>
          <p:cNvSpPr>
            <a:spLocks noGrp="1"/>
          </p:cNvSpPr>
          <p:nvPr>
            <p:ph type="sldNum" sz="quarter" idx="11"/>
          </p:nvPr>
        </p:nvSpPr>
        <p:spPr/>
        <p:txBody>
          <a:bodyPr/>
          <a:lstStyle/>
          <a:p>
            <a:fld id="{C0388CE4-E87A-43A8-A4DA-5AAB8529E0B0}" type="slidenum">
              <a:rPr lang="en-US" smtClean="0"/>
              <a:pPr/>
              <a:t>6</a:t>
            </a:fld>
            <a:endParaRPr lang="en-US" dirty="0"/>
          </a:p>
        </p:txBody>
      </p:sp>
      <p:sp>
        <p:nvSpPr>
          <p:cNvPr id="10" name="TextBox 9">
            <a:extLst>
              <a:ext uri="{FF2B5EF4-FFF2-40B4-BE49-F238E27FC236}">
                <a16:creationId xmlns:a16="http://schemas.microsoft.com/office/drawing/2014/main" id="{1A4152A9-3094-E738-DEFF-7A6B4B8DF41C}"/>
              </a:ext>
            </a:extLst>
          </p:cNvPr>
          <p:cNvSpPr txBox="1"/>
          <p:nvPr/>
        </p:nvSpPr>
        <p:spPr>
          <a:xfrm>
            <a:off x="5948516" y="1799303"/>
            <a:ext cx="5663381" cy="893655"/>
          </a:xfrm>
          <a:prstGeom prst="roundRect">
            <a:avLst/>
          </a:prstGeom>
          <a:noFill/>
          <a:ln w="19050">
            <a:solidFill>
              <a:schemeClr val="accent2"/>
            </a:solidFill>
          </a:ln>
        </p:spPr>
        <p:txBody>
          <a:bodyPr wrap="square" lIns="90170" tIns="90170" rIns="90170" bIns="90170" rtlCol="0">
            <a:noAutofit/>
          </a:bodyPr>
          <a:lstStyle/>
          <a:p>
            <a:pPr algn="l"/>
            <a:r>
              <a:rPr lang="en-US" sz="1500" dirty="0"/>
              <a:t>Clusters provide highly available services by eliminating single points of failure and by failing over services from one cluster node to another in a node becomes inoperative.</a:t>
            </a:r>
          </a:p>
        </p:txBody>
      </p:sp>
      <p:sp>
        <p:nvSpPr>
          <p:cNvPr id="11" name="TextBox 10">
            <a:extLst>
              <a:ext uri="{FF2B5EF4-FFF2-40B4-BE49-F238E27FC236}">
                <a16:creationId xmlns:a16="http://schemas.microsoft.com/office/drawing/2014/main" id="{2E5FF664-EDD0-1662-49EC-F81CD76D23F3}"/>
              </a:ext>
            </a:extLst>
          </p:cNvPr>
          <p:cNvSpPr txBox="1"/>
          <p:nvPr/>
        </p:nvSpPr>
        <p:spPr>
          <a:xfrm>
            <a:off x="5948515" y="2879573"/>
            <a:ext cx="5663381" cy="938752"/>
          </a:xfrm>
          <a:prstGeom prst="roundRect">
            <a:avLst/>
          </a:prstGeom>
          <a:noFill/>
          <a:ln w="19050">
            <a:solidFill>
              <a:schemeClr val="accent6"/>
            </a:solidFill>
          </a:ln>
        </p:spPr>
        <p:txBody>
          <a:bodyPr wrap="square" lIns="90170" tIns="90170" rIns="90170" bIns="90170" rtlCol="0">
            <a:noAutofit/>
          </a:bodyPr>
          <a:lstStyle/>
          <a:p>
            <a:r>
              <a:rPr lang="en-US" sz="1200" dirty="0"/>
              <a:t>Typically, services in a high availability cluster read and write data </a:t>
            </a:r>
            <a:r>
              <a:rPr lang="en-US" sz="1200" b="1" dirty="0"/>
              <a:t>-</a:t>
            </a:r>
            <a:r>
              <a:rPr lang="en-US" sz="1200" dirty="0"/>
              <a:t>. (by means of read-write mounted file systems). Therefore, a high availability cluster must maintain data integrity as one cluster node takes over control of a service from another cluster node</a:t>
            </a:r>
            <a:endParaRPr lang="en-GB" sz="1200" dirty="0"/>
          </a:p>
        </p:txBody>
      </p:sp>
      <p:sp>
        <p:nvSpPr>
          <p:cNvPr id="12" name="TextBox 11">
            <a:extLst>
              <a:ext uri="{FF2B5EF4-FFF2-40B4-BE49-F238E27FC236}">
                <a16:creationId xmlns:a16="http://schemas.microsoft.com/office/drawing/2014/main" id="{1105A480-0BAC-7658-94F8-25FD2846BD30}"/>
              </a:ext>
            </a:extLst>
          </p:cNvPr>
          <p:cNvSpPr txBox="1"/>
          <p:nvPr/>
        </p:nvSpPr>
        <p:spPr>
          <a:xfrm>
            <a:off x="5948515" y="3957175"/>
            <a:ext cx="5663381" cy="893655"/>
          </a:xfrm>
          <a:prstGeom prst="roundRect">
            <a:avLst/>
          </a:prstGeom>
          <a:noFill/>
          <a:ln w="19050">
            <a:solidFill>
              <a:schemeClr val="accent2"/>
            </a:solidFill>
          </a:ln>
        </p:spPr>
        <p:txBody>
          <a:bodyPr wrap="square" lIns="90170" tIns="90170" rIns="90170" bIns="90170" rtlCol="0">
            <a:noAutofit/>
          </a:bodyPr>
          <a:lstStyle/>
          <a:p>
            <a:r>
              <a:rPr lang="en-US" sz="1500" dirty="0"/>
              <a:t>Node failures in a high availability cluster are not visible from clients outside the cluster. (High availability clusters are sometimes referred to as failover clusters)</a:t>
            </a:r>
            <a:endParaRPr lang="en-GB" sz="1500" dirty="0"/>
          </a:p>
        </p:txBody>
      </p:sp>
      <p:sp>
        <p:nvSpPr>
          <p:cNvPr id="13" name="TextBox 12">
            <a:extLst>
              <a:ext uri="{FF2B5EF4-FFF2-40B4-BE49-F238E27FC236}">
                <a16:creationId xmlns:a16="http://schemas.microsoft.com/office/drawing/2014/main" id="{B5455940-D28A-5034-196D-2DA7CB119C1B}"/>
              </a:ext>
            </a:extLst>
          </p:cNvPr>
          <p:cNvSpPr txBox="1"/>
          <p:nvPr/>
        </p:nvSpPr>
        <p:spPr>
          <a:xfrm>
            <a:off x="5948515" y="5014951"/>
            <a:ext cx="5663381" cy="893655"/>
          </a:xfrm>
          <a:prstGeom prst="roundRect">
            <a:avLst/>
          </a:prstGeom>
          <a:noFill/>
          <a:ln w="19050">
            <a:solidFill>
              <a:schemeClr val="accent6"/>
            </a:solidFill>
          </a:ln>
        </p:spPr>
        <p:txBody>
          <a:bodyPr wrap="square" lIns="90170" tIns="90170" rIns="90170" bIns="90170" rtlCol="0">
            <a:noAutofit/>
          </a:bodyPr>
          <a:lstStyle/>
          <a:p>
            <a:r>
              <a:rPr lang="en-US" sz="1400" dirty="0"/>
              <a:t>The High Availability Add-On provides high availability clustering through its High Availability Service Management component</a:t>
            </a:r>
            <a:endParaRPr lang="en-GB" sz="1500" dirty="0"/>
          </a:p>
        </p:txBody>
      </p:sp>
      <p:pic>
        <p:nvPicPr>
          <p:cNvPr id="6" name="Picture 5">
            <a:extLst>
              <a:ext uri="{FF2B5EF4-FFF2-40B4-BE49-F238E27FC236}">
                <a16:creationId xmlns:a16="http://schemas.microsoft.com/office/drawing/2014/main" id="{8ABD0785-2653-D6C3-17AB-4AA5A39775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44" y="1300154"/>
            <a:ext cx="5407134" cy="4963306"/>
          </a:xfrm>
          <a:prstGeom prst="rect">
            <a:avLst/>
          </a:prstGeom>
        </p:spPr>
      </p:pic>
    </p:spTree>
    <p:extLst>
      <p:ext uri="{BB962C8B-B14F-4D97-AF65-F5344CB8AC3E}">
        <p14:creationId xmlns:p14="http://schemas.microsoft.com/office/powerpoint/2010/main" val="1297346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29502-7F72-D1C0-269F-A4E31506B5A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93E665B-E878-71DB-FB7D-71903488C5C8}"/>
              </a:ext>
            </a:extLst>
          </p:cNvPr>
          <p:cNvSpPr>
            <a:spLocks noGrp="1"/>
          </p:cNvSpPr>
          <p:nvPr>
            <p:ph idx="1"/>
          </p:nvPr>
        </p:nvSpPr>
        <p:spPr>
          <a:xfrm>
            <a:off x="5781369" y="1300154"/>
            <a:ext cx="6005030" cy="4963306"/>
          </a:xfrm>
          <a:ln>
            <a:solidFill>
              <a:schemeClr val="tx1"/>
            </a:solidFill>
          </a:ln>
        </p:spPr>
        <p:txBody>
          <a:bodyPr/>
          <a:lstStyle/>
          <a:p>
            <a:r>
              <a:rPr lang="en-GB" b="1" dirty="0"/>
              <a:t>    </a:t>
            </a:r>
            <a:r>
              <a:rPr lang="en-GB" sz="2000" b="1" dirty="0"/>
              <a:t>Load Balancing Cluster:</a:t>
            </a:r>
            <a:endParaRPr lang="en-GB" b="1" dirty="0"/>
          </a:p>
          <a:p>
            <a:endParaRPr lang="en-GB" b="1" dirty="0"/>
          </a:p>
        </p:txBody>
      </p:sp>
      <p:sp>
        <p:nvSpPr>
          <p:cNvPr id="3" name="Title 2">
            <a:extLst>
              <a:ext uri="{FF2B5EF4-FFF2-40B4-BE49-F238E27FC236}">
                <a16:creationId xmlns:a16="http://schemas.microsoft.com/office/drawing/2014/main" id="{FE0E4680-FE5A-3EF6-1B13-EDA3930DBF6F}"/>
              </a:ext>
            </a:extLst>
          </p:cNvPr>
          <p:cNvSpPr>
            <a:spLocks noGrp="1"/>
          </p:cNvSpPr>
          <p:nvPr>
            <p:ph type="title"/>
          </p:nvPr>
        </p:nvSpPr>
        <p:spPr/>
        <p:txBody>
          <a:bodyPr/>
          <a:lstStyle/>
          <a:p>
            <a:r>
              <a:rPr lang="en-GB" dirty="0"/>
              <a:t>Major types of Clusters</a:t>
            </a:r>
          </a:p>
        </p:txBody>
      </p:sp>
      <p:sp>
        <p:nvSpPr>
          <p:cNvPr id="4" name="Footer Placeholder 3">
            <a:extLst>
              <a:ext uri="{FF2B5EF4-FFF2-40B4-BE49-F238E27FC236}">
                <a16:creationId xmlns:a16="http://schemas.microsoft.com/office/drawing/2014/main" id="{C2EC5701-CC43-78DD-D4A4-C4A5D9B91B58}"/>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38744793-C6D6-D1A5-BD38-BC1D6B2102DC}"/>
              </a:ext>
            </a:extLst>
          </p:cNvPr>
          <p:cNvSpPr>
            <a:spLocks noGrp="1"/>
          </p:cNvSpPr>
          <p:nvPr>
            <p:ph type="sldNum" sz="quarter" idx="11"/>
          </p:nvPr>
        </p:nvSpPr>
        <p:spPr/>
        <p:txBody>
          <a:bodyPr/>
          <a:lstStyle/>
          <a:p>
            <a:fld id="{C0388CE4-E87A-43A8-A4DA-5AAB8529E0B0}" type="slidenum">
              <a:rPr lang="en-US" smtClean="0"/>
              <a:pPr/>
              <a:t>7</a:t>
            </a:fld>
            <a:endParaRPr lang="en-US" dirty="0"/>
          </a:p>
        </p:txBody>
      </p:sp>
      <p:sp>
        <p:nvSpPr>
          <p:cNvPr id="10" name="TextBox 9">
            <a:extLst>
              <a:ext uri="{FF2B5EF4-FFF2-40B4-BE49-F238E27FC236}">
                <a16:creationId xmlns:a16="http://schemas.microsoft.com/office/drawing/2014/main" id="{AC6BEB08-6053-7B7F-0D11-DF3A2DCA302E}"/>
              </a:ext>
            </a:extLst>
          </p:cNvPr>
          <p:cNvSpPr txBox="1"/>
          <p:nvPr/>
        </p:nvSpPr>
        <p:spPr>
          <a:xfrm>
            <a:off x="5948516" y="1799303"/>
            <a:ext cx="5663381" cy="893655"/>
          </a:xfrm>
          <a:prstGeom prst="roundRect">
            <a:avLst/>
          </a:prstGeom>
          <a:noFill/>
          <a:ln w="19050">
            <a:solidFill>
              <a:schemeClr val="accent2"/>
            </a:solidFill>
          </a:ln>
        </p:spPr>
        <p:txBody>
          <a:bodyPr wrap="square" lIns="90170" tIns="90170" rIns="90170" bIns="90170" rtlCol="0">
            <a:noAutofit/>
          </a:bodyPr>
          <a:lstStyle/>
          <a:p>
            <a:pPr algn="l"/>
            <a:r>
              <a:rPr lang="en-US" sz="1500" dirty="0"/>
              <a:t>Clusters dispatch network service requests to multiple cluster nodes to balance the request load among the cluster nodes</a:t>
            </a:r>
            <a:endParaRPr lang="en-GB" sz="1500" dirty="0"/>
          </a:p>
        </p:txBody>
      </p:sp>
      <p:sp>
        <p:nvSpPr>
          <p:cNvPr id="11" name="TextBox 10">
            <a:extLst>
              <a:ext uri="{FF2B5EF4-FFF2-40B4-BE49-F238E27FC236}">
                <a16:creationId xmlns:a16="http://schemas.microsoft.com/office/drawing/2014/main" id="{4E5D449E-7426-F85B-EEF0-326DF1DC085F}"/>
              </a:ext>
            </a:extLst>
          </p:cNvPr>
          <p:cNvSpPr txBox="1"/>
          <p:nvPr/>
        </p:nvSpPr>
        <p:spPr>
          <a:xfrm>
            <a:off x="5948513" y="3047625"/>
            <a:ext cx="5663381" cy="1503527"/>
          </a:xfrm>
          <a:prstGeom prst="roundRect">
            <a:avLst/>
          </a:prstGeom>
          <a:noFill/>
          <a:ln w="19050">
            <a:solidFill>
              <a:schemeClr val="accent6"/>
            </a:solidFill>
          </a:ln>
        </p:spPr>
        <p:txBody>
          <a:bodyPr wrap="square" lIns="90170" tIns="90170" rIns="90170" bIns="90170" rtlCol="0">
            <a:noAutofit/>
          </a:bodyPr>
          <a:lstStyle/>
          <a:p>
            <a:r>
              <a:rPr lang="en-US" sz="1500" dirty="0"/>
              <a:t>Load balancing provides cost-effective scalability because you can match the number of nodes according to load requirements. If a node in a load-balancing cluster becomes inoperative, the load-balancing software detects the failure and redirects requests to other cluster nodes</a:t>
            </a:r>
            <a:endParaRPr lang="en-GB" sz="1500" dirty="0"/>
          </a:p>
        </p:txBody>
      </p:sp>
      <p:sp>
        <p:nvSpPr>
          <p:cNvPr id="12" name="TextBox 11">
            <a:extLst>
              <a:ext uri="{FF2B5EF4-FFF2-40B4-BE49-F238E27FC236}">
                <a16:creationId xmlns:a16="http://schemas.microsoft.com/office/drawing/2014/main" id="{1387C35C-E466-89A2-1CBD-3F10FD60ECFC}"/>
              </a:ext>
            </a:extLst>
          </p:cNvPr>
          <p:cNvSpPr txBox="1"/>
          <p:nvPr/>
        </p:nvSpPr>
        <p:spPr>
          <a:xfrm>
            <a:off x="5948514" y="4905819"/>
            <a:ext cx="5663381" cy="893655"/>
          </a:xfrm>
          <a:prstGeom prst="roundRect">
            <a:avLst/>
          </a:prstGeom>
          <a:noFill/>
          <a:ln w="19050">
            <a:solidFill>
              <a:schemeClr val="accent2"/>
            </a:solidFill>
          </a:ln>
        </p:spPr>
        <p:txBody>
          <a:bodyPr wrap="square" lIns="90170" tIns="90170" rIns="90170" bIns="90170" rtlCol="0">
            <a:noAutofit/>
          </a:bodyPr>
          <a:lstStyle/>
          <a:p>
            <a:r>
              <a:rPr lang="en-US" sz="1500" dirty="0"/>
              <a:t>Node failures in a load-balancing cluster are not visible from clients outside the cluster. Load balancing is available with the Load Balancer Addon</a:t>
            </a:r>
            <a:endParaRPr lang="en-GB" sz="1500" dirty="0"/>
          </a:p>
        </p:txBody>
      </p:sp>
      <p:pic>
        <p:nvPicPr>
          <p:cNvPr id="6" name="Picture 5">
            <a:extLst>
              <a:ext uri="{FF2B5EF4-FFF2-40B4-BE49-F238E27FC236}">
                <a16:creationId xmlns:a16="http://schemas.microsoft.com/office/drawing/2014/main" id="{D1B59E06-0A74-7AD8-1290-7B90CC77D5A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123" y="1300154"/>
            <a:ext cx="5447743" cy="4605021"/>
          </a:xfrm>
          <a:prstGeom prst="rect">
            <a:avLst/>
          </a:prstGeom>
        </p:spPr>
      </p:pic>
    </p:spTree>
    <p:extLst>
      <p:ext uri="{BB962C8B-B14F-4D97-AF65-F5344CB8AC3E}">
        <p14:creationId xmlns:p14="http://schemas.microsoft.com/office/powerpoint/2010/main" val="4115393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50A45-FEC7-885F-E09E-FFC9F5F126C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3141C4-8914-F374-EC24-884353442DA6}"/>
              </a:ext>
            </a:extLst>
          </p:cNvPr>
          <p:cNvSpPr>
            <a:spLocks noGrp="1"/>
          </p:cNvSpPr>
          <p:nvPr>
            <p:ph idx="1"/>
          </p:nvPr>
        </p:nvSpPr>
        <p:spPr>
          <a:xfrm>
            <a:off x="5801031" y="1300154"/>
            <a:ext cx="5985367" cy="4963306"/>
          </a:xfrm>
          <a:ln>
            <a:solidFill>
              <a:schemeClr val="tx1"/>
            </a:solidFill>
          </a:ln>
        </p:spPr>
        <p:txBody>
          <a:bodyPr/>
          <a:lstStyle/>
          <a:p>
            <a:r>
              <a:rPr lang="en-GB" b="1" dirty="0"/>
              <a:t>    </a:t>
            </a:r>
            <a:r>
              <a:rPr lang="en-GB" sz="2000" b="1" dirty="0"/>
              <a:t>High Performance Cluster:</a:t>
            </a:r>
            <a:endParaRPr lang="en-GB" b="1" dirty="0"/>
          </a:p>
          <a:p>
            <a:endParaRPr lang="en-GB" b="1" dirty="0"/>
          </a:p>
        </p:txBody>
      </p:sp>
      <p:sp>
        <p:nvSpPr>
          <p:cNvPr id="3" name="Title 2">
            <a:extLst>
              <a:ext uri="{FF2B5EF4-FFF2-40B4-BE49-F238E27FC236}">
                <a16:creationId xmlns:a16="http://schemas.microsoft.com/office/drawing/2014/main" id="{0B7AD7B4-75CF-DBEE-4602-F20656B49963}"/>
              </a:ext>
            </a:extLst>
          </p:cNvPr>
          <p:cNvSpPr>
            <a:spLocks noGrp="1"/>
          </p:cNvSpPr>
          <p:nvPr>
            <p:ph type="title"/>
          </p:nvPr>
        </p:nvSpPr>
        <p:spPr/>
        <p:txBody>
          <a:bodyPr/>
          <a:lstStyle/>
          <a:p>
            <a:r>
              <a:rPr lang="en-GB" dirty="0"/>
              <a:t>Major types of Clusters</a:t>
            </a:r>
          </a:p>
        </p:txBody>
      </p:sp>
      <p:sp>
        <p:nvSpPr>
          <p:cNvPr id="4" name="Footer Placeholder 3">
            <a:extLst>
              <a:ext uri="{FF2B5EF4-FFF2-40B4-BE49-F238E27FC236}">
                <a16:creationId xmlns:a16="http://schemas.microsoft.com/office/drawing/2014/main" id="{D8C521D3-F258-1CFA-9258-B037F65D4344}"/>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65F61CE1-3853-6909-7DD0-1437E2A52FCB}"/>
              </a:ext>
            </a:extLst>
          </p:cNvPr>
          <p:cNvSpPr>
            <a:spLocks noGrp="1"/>
          </p:cNvSpPr>
          <p:nvPr>
            <p:ph type="sldNum" sz="quarter" idx="11"/>
          </p:nvPr>
        </p:nvSpPr>
        <p:spPr/>
        <p:txBody>
          <a:bodyPr/>
          <a:lstStyle/>
          <a:p>
            <a:fld id="{C0388CE4-E87A-43A8-A4DA-5AAB8529E0B0}" type="slidenum">
              <a:rPr lang="en-US" smtClean="0"/>
              <a:pPr/>
              <a:t>8</a:t>
            </a:fld>
            <a:endParaRPr lang="en-US" dirty="0"/>
          </a:p>
        </p:txBody>
      </p:sp>
      <p:sp>
        <p:nvSpPr>
          <p:cNvPr id="10" name="TextBox 9">
            <a:extLst>
              <a:ext uri="{FF2B5EF4-FFF2-40B4-BE49-F238E27FC236}">
                <a16:creationId xmlns:a16="http://schemas.microsoft.com/office/drawing/2014/main" id="{0531348E-C113-55DB-687C-0F4AFB100274}"/>
              </a:ext>
            </a:extLst>
          </p:cNvPr>
          <p:cNvSpPr txBox="1"/>
          <p:nvPr/>
        </p:nvSpPr>
        <p:spPr>
          <a:xfrm>
            <a:off x="5948516" y="1799304"/>
            <a:ext cx="5663381" cy="725416"/>
          </a:xfrm>
          <a:prstGeom prst="roundRect">
            <a:avLst/>
          </a:prstGeom>
          <a:noFill/>
          <a:ln w="19050">
            <a:solidFill>
              <a:schemeClr val="accent2"/>
            </a:solidFill>
          </a:ln>
        </p:spPr>
        <p:txBody>
          <a:bodyPr wrap="square" lIns="90170" tIns="90170" rIns="90170" bIns="90170" rtlCol="0">
            <a:noAutofit/>
          </a:bodyPr>
          <a:lstStyle/>
          <a:p>
            <a:pPr algn="l"/>
            <a:r>
              <a:rPr lang="en-US" sz="1500" dirty="0"/>
              <a:t>Clusters use cluster nodes to perform concurrent calculations.</a:t>
            </a:r>
          </a:p>
        </p:txBody>
      </p:sp>
      <p:sp>
        <p:nvSpPr>
          <p:cNvPr id="11" name="TextBox 10">
            <a:extLst>
              <a:ext uri="{FF2B5EF4-FFF2-40B4-BE49-F238E27FC236}">
                <a16:creationId xmlns:a16="http://schemas.microsoft.com/office/drawing/2014/main" id="{70899C77-1DB1-CE7A-8ED8-9FB56DE6CE45}"/>
              </a:ext>
            </a:extLst>
          </p:cNvPr>
          <p:cNvSpPr txBox="1"/>
          <p:nvPr/>
        </p:nvSpPr>
        <p:spPr>
          <a:xfrm>
            <a:off x="5948514" y="2771571"/>
            <a:ext cx="5663381" cy="893655"/>
          </a:xfrm>
          <a:prstGeom prst="roundRect">
            <a:avLst/>
          </a:prstGeom>
          <a:noFill/>
          <a:ln w="19050">
            <a:solidFill>
              <a:schemeClr val="accent6"/>
            </a:solidFill>
          </a:ln>
        </p:spPr>
        <p:txBody>
          <a:bodyPr wrap="square" lIns="90170" tIns="90170" rIns="90170" bIns="90170" rtlCol="0">
            <a:noAutofit/>
          </a:bodyPr>
          <a:lstStyle/>
          <a:p>
            <a:r>
              <a:rPr lang="en-US" sz="1400" dirty="0"/>
              <a:t>A high-performance cluster allows applications to work in parallel therefore, enhancing the performance of the applications</a:t>
            </a:r>
            <a:endParaRPr lang="en-GB" sz="1400" dirty="0"/>
          </a:p>
        </p:txBody>
      </p:sp>
      <p:sp>
        <p:nvSpPr>
          <p:cNvPr id="12" name="TextBox 11">
            <a:extLst>
              <a:ext uri="{FF2B5EF4-FFF2-40B4-BE49-F238E27FC236}">
                <a16:creationId xmlns:a16="http://schemas.microsoft.com/office/drawing/2014/main" id="{5B3A32F5-8EF6-CB0E-03C6-6CE8BA0CF0E0}"/>
              </a:ext>
            </a:extLst>
          </p:cNvPr>
          <p:cNvSpPr txBox="1"/>
          <p:nvPr/>
        </p:nvSpPr>
        <p:spPr>
          <a:xfrm>
            <a:off x="5948513" y="3897868"/>
            <a:ext cx="5663381" cy="725417"/>
          </a:xfrm>
          <a:prstGeom prst="roundRect">
            <a:avLst/>
          </a:prstGeom>
          <a:noFill/>
          <a:ln w="19050">
            <a:solidFill>
              <a:schemeClr val="accent2"/>
            </a:solidFill>
          </a:ln>
        </p:spPr>
        <p:txBody>
          <a:bodyPr wrap="square" lIns="90170" tIns="90170" rIns="90170" bIns="90170" rtlCol="0">
            <a:noAutofit/>
          </a:bodyPr>
          <a:lstStyle/>
          <a:p>
            <a:r>
              <a:rPr lang="en-US" sz="1400" dirty="0"/>
              <a:t>High performance clusters are also referred to as computational clusters or grid computing.</a:t>
            </a:r>
            <a:endParaRPr lang="en-GB" sz="1500" dirty="0"/>
          </a:p>
        </p:txBody>
      </p:sp>
      <p:sp>
        <p:nvSpPr>
          <p:cNvPr id="13" name="TextBox 12">
            <a:extLst>
              <a:ext uri="{FF2B5EF4-FFF2-40B4-BE49-F238E27FC236}">
                <a16:creationId xmlns:a16="http://schemas.microsoft.com/office/drawing/2014/main" id="{5199CDDB-B004-7D69-E294-FBA6EA9994C6}"/>
              </a:ext>
            </a:extLst>
          </p:cNvPr>
          <p:cNvSpPr txBox="1"/>
          <p:nvPr/>
        </p:nvSpPr>
        <p:spPr>
          <a:xfrm>
            <a:off x="5948515" y="4855927"/>
            <a:ext cx="5663381" cy="1140506"/>
          </a:xfrm>
          <a:prstGeom prst="roundRect">
            <a:avLst/>
          </a:prstGeom>
          <a:noFill/>
          <a:ln w="19050">
            <a:solidFill>
              <a:schemeClr val="accent6"/>
            </a:solidFill>
          </a:ln>
        </p:spPr>
        <p:txBody>
          <a:bodyPr wrap="square" lIns="90170" tIns="90170" rIns="90170" bIns="90170" rtlCol="0">
            <a:noAutofit/>
          </a:bodyPr>
          <a:lstStyle/>
          <a:p>
            <a:r>
              <a:rPr lang="en-US" sz="1400" dirty="0"/>
              <a:t>High-Performance Computing cluster is a networked group of powerful computers, called nodes, designed to work together to solve complex computational problems, simulation tasks, or data intensive workloads far faster than a single computer</a:t>
            </a:r>
            <a:endParaRPr lang="en-GB" sz="1400" dirty="0"/>
          </a:p>
        </p:txBody>
      </p:sp>
      <p:pic>
        <p:nvPicPr>
          <p:cNvPr id="7" name="Picture 6">
            <a:extLst>
              <a:ext uri="{FF2B5EF4-FFF2-40B4-BE49-F238E27FC236}">
                <a16:creationId xmlns:a16="http://schemas.microsoft.com/office/drawing/2014/main" id="{DCB677DE-EAA8-620D-BF70-90DB11C24C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310" y="1300154"/>
            <a:ext cx="5557704" cy="4963306"/>
          </a:xfrm>
          <a:prstGeom prst="rect">
            <a:avLst/>
          </a:prstGeom>
        </p:spPr>
      </p:pic>
    </p:spTree>
    <p:extLst>
      <p:ext uri="{BB962C8B-B14F-4D97-AF65-F5344CB8AC3E}">
        <p14:creationId xmlns:p14="http://schemas.microsoft.com/office/powerpoint/2010/main" val="2585737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B00E3F-4923-FF7C-1DD9-A76B3F6205AC}"/>
              </a:ext>
            </a:extLst>
          </p:cNvPr>
          <p:cNvSpPr>
            <a:spLocks noGrp="1"/>
          </p:cNvSpPr>
          <p:nvPr>
            <p:ph idx="1"/>
          </p:nvPr>
        </p:nvSpPr>
        <p:spPr/>
        <p:txBody>
          <a:bodyPr/>
          <a:lstStyle/>
          <a:p>
            <a:r>
              <a:rPr lang="en-US" dirty="0"/>
              <a:t>The primary purpose is to keep services running even if one server fails. When a primary server fails, Pacemaker automatically starts the services on a secondary server, often using a virtual IP address to redirect applications.</a:t>
            </a:r>
          </a:p>
          <a:p>
            <a:endParaRPr lang="en-GB" dirty="0"/>
          </a:p>
        </p:txBody>
      </p:sp>
      <p:sp>
        <p:nvSpPr>
          <p:cNvPr id="3" name="Title 2">
            <a:extLst>
              <a:ext uri="{FF2B5EF4-FFF2-40B4-BE49-F238E27FC236}">
                <a16:creationId xmlns:a16="http://schemas.microsoft.com/office/drawing/2014/main" id="{E8A30393-DBEC-01F8-D563-5316A757F54B}"/>
              </a:ext>
            </a:extLst>
          </p:cNvPr>
          <p:cNvSpPr>
            <a:spLocks noGrp="1"/>
          </p:cNvSpPr>
          <p:nvPr>
            <p:ph type="title"/>
          </p:nvPr>
        </p:nvSpPr>
        <p:spPr/>
        <p:txBody>
          <a:bodyPr/>
          <a:lstStyle/>
          <a:p>
            <a:r>
              <a:rPr lang="en-US" sz="2800"/>
              <a:t>Key reasons for using Pacemaker Clustering</a:t>
            </a:r>
            <a:endParaRPr lang="en-GB" dirty="0"/>
          </a:p>
        </p:txBody>
      </p:sp>
      <p:sp>
        <p:nvSpPr>
          <p:cNvPr id="4" name="Footer Placeholder 3">
            <a:extLst>
              <a:ext uri="{FF2B5EF4-FFF2-40B4-BE49-F238E27FC236}">
                <a16:creationId xmlns:a16="http://schemas.microsoft.com/office/drawing/2014/main" id="{E68A3A35-C34C-0BCF-4C00-AAE3C527262F}"/>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0C805007-AAAF-0894-723B-76809A82311A}"/>
              </a:ext>
            </a:extLst>
          </p:cNvPr>
          <p:cNvSpPr>
            <a:spLocks noGrp="1"/>
          </p:cNvSpPr>
          <p:nvPr>
            <p:ph type="sldNum" sz="quarter" idx="11"/>
          </p:nvPr>
        </p:nvSpPr>
        <p:spPr/>
        <p:txBody>
          <a:bodyPr/>
          <a:lstStyle/>
          <a:p>
            <a:fld id="{C0388CE4-E87A-43A8-A4DA-5AAB8529E0B0}" type="slidenum">
              <a:rPr lang="en-US" smtClean="0"/>
              <a:pPr/>
              <a:t>9</a:t>
            </a:fld>
            <a:endParaRPr lang="en-US" dirty="0"/>
          </a:p>
        </p:txBody>
      </p:sp>
      <p:pic>
        <p:nvPicPr>
          <p:cNvPr id="6" name="Picture 5">
            <a:extLst>
              <a:ext uri="{FF2B5EF4-FFF2-40B4-BE49-F238E27FC236}">
                <a16:creationId xmlns:a16="http://schemas.microsoft.com/office/drawing/2014/main" id="{BC2D853E-EB79-918D-AE72-4389BDBCCE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924" y="2198428"/>
            <a:ext cx="11621746" cy="3977365"/>
          </a:xfrm>
          <a:prstGeom prst="rect">
            <a:avLst/>
          </a:prstGeom>
        </p:spPr>
      </p:pic>
    </p:spTree>
    <p:extLst>
      <p:ext uri="{BB962C8B-B14F-4D97-AF65-F5344CB8AC3E}">
        <p14:creationId xmlns:p14="http://schemas.microsoft.com/office/powerpoint/2010/main" val="2055668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9D03B6-C720-07B9-29EA-2D93A696F391}"/>
              </a:ext>
            </a:extLst>
          </p:cNvPr>
          <p:cNvSpPr>
            <a:spLocks noGrp="1"/>
          </p:cNvSpPr>
          <p:nvPr>
            <p:ph type="title"/>
          </p:nvPr>
        </p:nvSpPr>
        <p:spPr/>
        <p:txBody>
          <a:bodyPr/>
          <a:lstStyle/>
          <a:p>
            <a:r>
              <a:rPr lang="en-US" sz="2800" dirty="0"/>
              <a:t>Key reasons for using Pacemaker clustering.</a:t>
            </a:r>
            <a:endParaRPr lang="en-GB" dirty="0"/>
          </a:p>
        </p:txBody>
      </p:sp>
      <p:sp>
        <p:nvSpPr>
          <p:cNvPr id="4" name="Footer Placeholder 3">
            <a:extLst>
              <a:ext uri="{FF2B5EF4-FFF2-40B4-BE49-F238E27FC236}">
                <a16:creationId xmlns:a16="http://schemas.microsoft.com/office/drawing/2014/main" id="{11D3B4DD-19CC-51BD-8655-16F314EA51B7}"/>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AAAAD7C1-72A9-A601-C0C4-F4CAD6B7DBFF}"/>
              </a:ext>
            </a:extLst>
          </p:cNvPr>
          <p:cNvSpPr>
            <a:spLocks noGrp="1"/>
          </p:cNvSpPr>
          <p:nvPr>
            <p:ph type="sldNum" sz="quarter" idx="11"/>
          </p:nvPr>
        </p:nvSpPr>
        <p:spPr/>
        <p:txBody>
          <a:bodyPr/>
          <a:lstStyle/>
          <a:p>
            <a:fld id="{C0388CE4-E87A-43A8-A4DA-5AAB8529E0B0}" type="slidenum">
              <a:rPr lang="en-US" smtClean="0"/>
              <a:pPr/>
              <a:t>10</a:t>
            </a:fld>
            <a:endParaRPr lang="en-US" dirty="0"/>
          </a:p>
        </p:txBody>
      </p:sp>
      <p:sp>
        <p:nvSpPr>
          <p:cNvPr id="9" name="Content Placeholder 3">
            <a:extLst>
              <a:ext uri="{FF2B5EF4-FFF2-40B4-BE49-F238E27FC236}">
                <a16:creationId xmlns:a16="http://schemas.microsoft.com/office/drawing/2014/main" id="{3FB6263A-EDB8-0DBF-7DD0-1A7592DBB159}"/>
              </a:ext>
            </a:extLst>
          </p:cNvPr>
          <p:cNvSpPr>
            <a:spLocks noGrp="1"/>
          </p:cNvSpPr>
          <p:nvPr>
            <p:ph idx="1"/>
          </p:nvPr>
        </p:nvSpPr>
        <p:spPr>
          <a:xfrm>
            <a:off x="358923" y="965688"/>
            <a:ext cx="11621747" cy="5210105"/>
          </a:xfrm>
          <a:noFill/>
          <a:ln/>
        </p:spPr>
        <p:style>
          <a:lnRef idx="1">
            <a:schemeClr val="accent2"/>
          </a:lnRef>
          <a:fillRef idx="2">
            <a:schemeClr val="accent2"/>
          </a:fillRef>
          <a:effectRef idx="1">
            <a:schemeClr val="accent2"/>
          </a:effectRef>
          <a:fontRef idx="minor">
            <a:schemeClr val="dk1"/>
          </a:fontRef>
        </p:style>
        <p:txBody>
          <a:bodyPr>
            <a:normAutofit fontScale="92500" lnSpcReduction="10000"/>
          </a:bodyPr>
          <a:lstStyle/>
          <a:p>
            <a:pPr marL="0" indent="0">
              <a:buNone/>
            </a:pPr>
            <a:r>
              <a:rPr lang="en-US" sz="2300" dirty="0"/>
              <a:t> 						</a:t>
            </a:r>
            <a:r>
              <a:rPr lang="en-US" sz="1600" b="1" dirty="0">
                <a:solidFill>
                  <a:schemeClr val="accent3">
                    <a:lumMod val="75000"/>
                  </a:schemeClr>
                </a:solidFill>
              </a:rPr>
              <a:t>Fault Tolerance</a:t>
            </a:r>
            <a:r>
              <a:rPr lang="en-US" sz="1600" b="1" dirty="0"/>
              <a:t>:</a:t>
            </a:r>
            <a:r>
              <a:rPr lang="en-US" sz="1600" dirty="0"/>
              <a:t> It allows for automatic recovery from </a:t>
            </a:r>
            <a:br>
              <a:rPr lang="en-US" sz="1600" dirty="0"/>
            </a:br>
            <a:r>
              <a:rPr lang="en-US" sz="1600" dirty="0"/>
              <a:t>						failures at both the node and resource levels.</a:t>
            </a:r>
          </a:p>
          <a:p>
            <a:pPr marL="411480" lvl="2" indent="0">
              <a:buNone/>
            </a:pPr>
            <a:r>
              <a:rPr lang="en-US" sz="1600" b="1" dirty="0"/>
              <a:t>						</a:t>
            </a:r>
            <a:r>
              <a:rPr lang="en-US" sz="1600" b="1" dirty="0">
                <a:solidFill>
                  <a:schemeClr val="accent3">
                    <a:lumMod val="75000"/>
                  </a:schemeClr>
                </a:solidFill>
              </a:rPr>
              <a:t>Performance Improvement</a:t>
            </a:r>
            <a:r>
              <a:rPr lang="en-US" sz="1600" b="1" dirty="0"/>
              <a:t>:</a:t>
            </a:r>
            <a:r>
              <a:rPr lang="en-US" sz="1600" dirty="0"/>
              <a:t> Clusters can distribute workloads across </a:t>
            </a:r>
            <a:br>
              <a:rPr lang="en-US" sz="1600" dirty="0"/>
            </a:br>
            <a:r>
              <a:rPr lang="en-US" sz="1600" dirty="0"/>
              <a:t>					   	multiple nodes to handle larger loads and process data more quickly </a:t>
            </a:r>
            <a:br>
              <a:rPr lang="en-US" sz="1600" dirty="0"/>
            </a:br>
            <a:r>
              <a:rPr lang="en-US" sz="1600" dirty="0"/>
              <a:t>						than a single server.</a:t>
            </a:r>
          </a:p>
          <a:p>
            <a:pPr marL="411480" lvl="2" indent="0">
              <a:buNone/>
            </a:pPr>
            <a:r>
              <a:rPr lang="en-US" sz="1600" b="1" dirty="0"/>
              <a:t>						</a:t>
            </a:r>
            <a:r>
              <a:rPr lang="en-US" sz="1600" b="1" dirty="0">
                <a:solidFill>
                  <a:schemeClr val="accent3">
                    <a:lumMod val="75000"/>
                  </a:schemeClr>
                </a:solidFill>
              </a:rPr>
              <a:t>Data Integrity</a:t>
            </a:r>
            <a:r>
              <a:rPr lang="en-US" sz="1600" b="1" dirty="0"/>
              <a:t>:</a:t>
            </a:r>
            <a:r>
              <a:rPr lang="en-US" sz="1600" dirty="0"/>
              <a:t> Redundant systems built into a cluster help protect </a:t>
            </a:r>
            <a:br>
              <a:rPr lang="en-US" sz="1600" dirty="0"/>
            </a:br>
            <a:r>
              <a:rPr lang="en-US" sz="1600" dirty="0"/>
              <a:t>						against data loss or corruption.</a:t>
            </a:r>
          </a:p>
          <a:p>
            <a:pPr marL="0" indent="0">
              <a:buNone/>
            </a:pPr>
            <a:r>
              <a:rPr lang="en-US" sz="1600" b="1" dirty="0"/>
              <a:t>						</a:t>
            </a:r>
            <a:r>
              <a:rPr lang="en-US" sz="1600" b="1" dirty="0">
                <a:solidFill>
                  <a:schemeClr val="accent3">
                    <a:lumMod val="75000"/>
                  </a:schemeClr>
                </a:solidFill>
              </a:rPr>
              <a:t>Cost-Effectiveness</a:t>
            </a:r>
            <a:r>
              <a:rPr lang="en-US" sz="1600" b="1" dirty="0"/>
              <a:t>:</a:t>
            </a:r>
            <a:r>
              <a:rPr lang="en-US" sz="1600" dirty="0"/>
              <a:t> It can be used to create efficient configurations, </a:t>
            </a:r>
            <a:br>
              <a:rPr lang="en-US" sz="1600" dirty="0"/>
            </a:br>
            <a:r>
              <a:rPr lang="en-US" sz="1600" dirty="0"/>
              <a:t>						such as using a single backup node to take over for multiple other </a:t>
            </a:r>
            <a:br>
              <a:rPr lang="en-US" sz="1600" dirty="0"/>
            </a:br>
            <a:r>
              <a:rPr lang="en-US" sz="1600" dirty="0"/>
              <a:t>						nodes (N+1 redundancy).</a:t>
            </a:r>
          </a:p>
          <a:p>
            <a:pPr marL="0" indent="0">
              <a:buNone/>
            </a:pPr>
            <a:r>
              <a:rPr lang="en-US" sz="1600" b="1" dirty="0"/>
              <a:t>						</a:t>
            </a:r>
            <a:r>
              <a:rPr lang="en-US" sz="1600" b="1" dirty="0">
                <a:solidFill>
                  <a:schemeClr val="accent3">
                    <a:lumMod val="75000"/>
                  </a:schemeClr>
                </a:solidFill>
              </a:rPr>
              <a:t>Management and Automation</a:t>
            </a:r>
            <a:r>
              <a:rPr lang="en-US" sz="1600" b="1" dirty="0"/>
              <a:t>:</a:t>
            </a:r>
            <a:r>
              <a:rPr lang="en-US" sz="1600" dirty="0"/>
              <a:t> Pacemaker provides the "brain" to </a:t>
            </a:r>
            <a:br>
              <a:rPr lang="en-US" sz="1600" dirty="0"/>
            </a:br>
            <a:r>
              <a:rPr lang="en-US" sz="1600" dirty="0"/>
              <a:t>						manage cluster behavior and has tools like the pcs command-line </a:t>
            </a:r>
            <a:br>
              <a:rPr lang="en-US" sz="1600" dirty="0"/>
            </a:br>
            <a:r>
              <a:rPr lang="en-US" sz="1600" dirty="0"/>
              <a:t>						interface to help configure and monitor the cluster across all nodes.</a:t>
            </a:r>
          </a:p>
          <a:p>
            <a:pPr marL="0" indent="0">
              <a:buNone/>
            </a:pPr>
            <a:r>
              <a:rPr lang="en-US" sz="1600" b="1" dirty="0"/>
              <a:t>						</a:t>
            </a:r>
            <a:r>
              <a:rPr lang="en-US" sz="1600" b="1" dirty="0">
                <a:solidFill>
                  <a:schemeClr val="accent3">
                    <a:lumMod val="75000"/>
                  </a:schemeClr>
                </a:solidFill>
              </a:rPr>
              <a:t>Support for Various Configurations</a:t>
            </a:r>
            <a:r>
              <a:rPr lang="en-US" sz="1600" b="1" dirty="0"/>
              <a:t>:</a:t>
            </a:r>
            <a:r>
              <a:rPr lang="en-US" sz="1600" dirty="0"/>
              <a:t> It can handle various </a:t>
            </a:r>
            <a:br>
              <a:rPr lang="en-US" sz="1600" dirty="0"/>
            </a:br>
            <a:r>
              <a:rPr lang="en-US" sz="1600" dirty="0"/>
              <a:t>						redundancy setups, including Active/Passive and Active/Active, and </a:t>
            </a:r>
            <a:br>
              <a:rPr lang="en-US" sz="1600" dirty="0"/>
            </a:br>
            <a:r>
              <a:rPr lang="en-US" sz="1600" dirty="0"/>
              <a:t>						can run multiple copies of services to balance the workload.</a:t>
            </a:r>
          </a:p>
          <a:p>
            <a:pPr marL="0" indent="0">
              <a:buNone/>
            </a:pPr>
            <a:r>
              <a:rPr lang="en-US" sz="1600" b="1" dirty="0"/>
              <a:t>						</a:t>
            </a:r>
            <a:r>
              <a:rPr lang="en-US" sz="1600" b="1" dirty="0">
                <a:solidFill>
                  <a:schemeClr val="accent3">
                    <a:lumMod val="75000"/>
                  </a:schemeClr>
                </a:solidFill>
              </a:rPr>
              <a:t>Policy Engine (PEngine) : </a:t>
            </a:r>
            <a:r>
              <a:rPr lang="en-US" sz="1600" dirty="0"/>
              <a:t>To make cluster decisions in background </a:t>
            </a:r>
            <a:br>
              <a:rPr lang="en-US" sz="1600" dirty="0"/>
            </a:br>
            <a:r>
              <a:rPr lang="en-US" sz="1600" dirty="0"/>
              <a:t>						with the help of Quorum/Fencing.</a:t>
            </a:r>
          </a:p>
        </p:txBody>
      </p:sp>
      <p:pic>
        <p:nvPicPr>
          <p:cNvPr id="10" name="Picture 9">
            <a:extLst>
              <a:ext uri="{FF2B5EF4-FFF2-40B4-BE49-F238E27FC236}">
                <a16:creationId xmlns:a16="http://schemas.microsoft.com/office/drawing/2014/main" id="{48E78CD7-C55E-4003-905B-6910651B14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923" y="965688"/>
            <a:ext cx="5324031" cy="5210104"/>
          </a:xfrm>
          <a:prstGeom prst="rect">
            <a:avLst/>
          </a:prstGeom>
        </p:spPr>
      </p:pic>
      <p:pic>
        <p:nvPicPr>
          <p:cNvPr id="14" name="Picture 13">
            <a:extLst>
              <a:ext uri="{FF2B5EF4-FFF2-40B4-BE49-F238E27FC236}">
                <a16:creationId xmlns:a16="http://schemas.microsoft.com/office/drawing/2014/main" id="{BE17C010-F6C7-AF86-290F-14B2D74DE1FE}"/>
              </a:ext>
            </a:extLst>
          </p:cNvPr>
          <p:cNvPicPr>
            <a:picLocks noChangeAspect="1"/>
          </p:cNvPicPr>
          <p:nvPr/>
        </p:nvPicPr>
        <p:blipFill>
          <a:blip r:embed="rId3"/>
          <a:stretch>
            <a:fillRect/>
          </a:stretch>
        </p:blipFill>
        <p:spPr>
          <a:xfrm>
            <a:off x="4587961" y="5962414"/>
            <a:ext cx="967824" cy="213378"/>
          </a:xfrm>
          <a:prstGeom prst="rect">
            <a:avLst/>
          </a:prstGeom>
        </p:spPr>
      </p:pic>
    </p:spTree>
    <p:extLst>
      <p:ext uri="{BB962C8B-B14F-4D97-AF65-F5344CB8AC3E}">
        <p14:creationId xmlns:p14="http://schemas.microsoft.com/office/powerpoint/2010/main" val="1699452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97DBEC-AC96-F837-E503-A5B29D57AC5F}"/>
              </a:ext>
            </a:extLst>
          </p:cNvPr>
          <p:cNvSpPr>
            <a:spLocks noGrp="1"/>
          </p:cNvSpPr>
          <p:nvPr>
            <p:ph idx="1"/>
          </p:nvPr>
        </p:nvSpPr>
        <p:spPr/>
        <p:txBody>
          <a:bodyPr>
            <a:normAutofit/>
          </a:bodyPr>
          <a:lstStyle/>
          <a:p>
            <a:pPr lvl="1">
              <a:buFont typeface="Wingdings" panose="05000000000000000000" pitchFamily="2" charset="2"/>
              <a:buChar char="Ø"/>
            </a:pPr>
            <a:r>
              <a:rPr lang="en-US" dirty="0"/>
              <a:t>A cluster configured with Pacemaker comprises separate component daemons that monitor cluster membership, scripts that manage the services, and resource management subsystems that monitor the disparate resources. The following components form the Pacemaker architecture:</a:t>
            </a:r>
          </a:p>
          <a:p>
            <a:pPr lvl="1">
              <a:buFont typeface="Wingdings" panose="05000000000000000000" pitchFamily="2" charset="2"/>
              <a:buChar char="Ø"/>
            </a:pPr>
            <a:r>
              <a:rPr lang="en-US" b="1" dirty="0"/>
              <a:t>Packages Required </a:t>
            </a:r>
            <a:r>
              <a:rPr lang="en-US" dirty="0"/>
              <a:t>:  </a:t>
            </a:r>
            <a:r>
              <a:rPr lang="en-GB" dirty="0"/>
              <a:t>pcs , pacemaker , fence-agents-all</a:t>
            </a:r>
            <a:endParaRPr lang="en-US" dirty="0"/>
          </a:p>
          <a:p>
            <a:pPr marL="228600" lvl="1" indent="0">
              <a:buNone/>
            </a:pPr>
            <a:endParaRPr lang="en-US" dirty="0"/>
          </a:p>
          <a:p>
            <a:pPr lvl="1">
              <a:buFont typeface="Wingdings" panose="05000000000000000000" pitchFamily="2" charset="2"/>
              <a:buChar char="v"/>
            </a:pPr>
            <a:r>
              <a:rPr lang="en-US" b="1" i="1" dirty="0"/>
              <a:t> PCSD </a:t>
            </a:r>
            <a:r>
              <a:rPr lang="en-US" dirty="0"/>
              <a:t>is a crucial Daemon service that enables the management and configuration of Pacemaker and Corosync clusters. </a:t>
            </a:r>
          </a:p>
          <a:p>
            <a:pPr marL="228600" lvl="1" indent="0">
              <a:buNone/>
            </a:pPr>
            <a:endParaRPr lang="en-US" dirty="0"/>
          </a:p>
          <a:p>
            <a:pPr marL="0" lvl="1" indent="0">
              <a:buNone/>
            </a:pPr>
            <a:r>
              <a:rPr lang="en-US" sz="2400" b="1" dirty="0"/>
              <a:t> </a:t>
            </a:r>
            <a:r>
              <a:rPr lang="en-US" sz="2400" b="1" u="sng" dirty="0"/>
              <a:t>Key Functions of </a:t>
            </a:r>
            <a:r>
              <a:rPr lang="en-US" sz="2400" b="1" u="sng" dirty="0" err="1"/>
              <a:t>PCSd</a:t>
            </a:r>
            <a:r>
              <a:rPr lang="en-US" sz="2400" b="1" u="sng" dirty="0"/>
              <a:t> : </a:t>
            </a:r>
          </a:p>
          <a:p>
            <a:pPr marL="228600" lvl="1" indent="0">
              <a:buNone/>
            </a:pPr>
            <a:endParaRPr lang="en-US" b="1" u="sng" dirty="0"/>
          </a:p>
          <a:p>
            <a:pPr marL="685800" lvl="1" indent="-457200">
              <a:buFont typeface="+mj-lt"/>
              <a:buAutoNum type="arabicPeriod"/>
            </a:pPr>
            <a:r>
              <a:rPr lang="en-US" b="1" dirty="0"/>
              <a:t>Remote Configuration Interface:</a:t>
            </a:r>
            <a:r>
              <a:rPr lang="en-US" dirty="0"/>
              <a:t> </a:t>
            </a:r>
            <a:r>
              <a:rPr lang="en-US" dirty="0" err="1"/>
              <a:t>pcsd</a:t>
            </a:r>
            <a:r>
              <a:rPr lang="en-US" dirty="0"/>
              <a:t> runs as a daemon on each node in the cluster and acts as a remote server for the pcs command-line interface tool. This allows an administrator to run pcs commands on one node and have those configuration changes synchronized across all other nodes in the cluster via </a:t>
            </a:r>
            <a:r>
              <a:rPr lang="en-US" dirty="0" err="1"/>
              <a:t>pcsd</a:t>
            </a:r>
            <a:r>
              <a:rPr lang="en-US" dirty="0"/>
              <a:t>.</a:t>
            </a:r>
          </a:p>
          <a:p>
            <a:pPr marL="685800" lvl="1" indent="-457200">
              <a:buFont typeface="+mj-lt"/>
              <a:buAutoNum type="arabicPeriod"/>
            </a:pPr>
            <a:r>
              <a:rPr lang="en-US" b="1" dirty="0"/>
              <a:t>Web UI Backend:</a:t>
            </a:r>
            <a:r>
              <a:rPr lang="en-US" dirty="0"/>
              <a:t> It provides the backend service for the </a:t>
            </a:r>
            <a:r>
              <a:rPr lang="en-US" dirty="0" err="1"/>
              <a:t>pcsd</a:t>
            </a:r>
            <a:r>
              <a:rPr lang="en-US" dirty="0"/>
              <a:t> Web UI, a graphical user interface used to create, configure, and monitor the cluster.</a:t>
            </a:r>
          </a:p>
          <a:p>
            <a:pPr marL="685800" lvl="1" indent="-457200">
              <a:buFont typeface="+mj-lt"/>
              <a:buAutoNum type="arabicPeriod"/>
            </a:pPr>
            <a:r>
              <a:rPr lang="en-US" b="1" dirty="0"/>
              <a:t>Authentication and Synchronization:</a:t>
            </a:r>
            <a:r>
              <a:rPr lang="en-US" dirty="0"/>
              <a:t> It handles authentication between cluster nodes (using the </a:t>
            </a:r>
            <a:r>
              <a:rPr lang="en-US" dirty="0" err="1"/>
              <a:t>hacluster</a:t>
            </a:r>
            <a:r>
              <a:rPr lang="en-US" dirty="0"/>
              <a:t> user by default) and ensures that configuration files and SSL certificates are synchronized across the entire cluster. </a:t>
            </a:r>
          </a:p>
          <a:p>
            <a:endParaRPr lang="en-GB" dirty="0"/>
          </a:p>
        </p:txBody>
      </p:sp>
      <p:sp>
        <p:nvSpPr>
          <p:cNvPr id="3" name="Title 2">
            <a:extLst>
              <a:ext uri="{FF2B5EF4-FFF2-40B4-BE49-F238E27FC236}">
                <a16:creationId xmlns:a16="http://schemas.microsoft.com/office/drawing/2014/main" id="{6FA0E71B-593C-EC16-9427-51A1FBA8134E}"/>
              </a:ext>
            </a:extLst>
          </p:cNvPr>
          <p:cNvSpPr>
            <a:spLocks noGrp="1"/>
          </p:cNvSpPr>
          <p:nvPr>
            <p:ph type="title"/>
          </p:nvPr>
        </p:nvSpPr>
        <p:spPr/>
        <p:txBody>
          <a:bodyPr/>
          <a:lstStyle/>
          <a:p>
            <a:r>
              <a:rPr lang="en-US" sz="2800" dirty="0"/>
              <a:t>Pacemaker HA Cluster Architecture Key Functions Components</a:t>
            </a:r>
            <a:br>
              <a:rPr lang="en-US" sz="2800" dirty="0"/>
            </a:br>
            <a:endParaRPr lang="en-GB" sz="2800" dirty="0"/>
          </a:p>
        </p:txBody>
      </p:sp>
      <p:sp>
        <p:nvSpPr>
          <p:cNvPr id="4" name="Footer Placeholder 3">
            <a:extLst>
              <a:ext uri="{FF2B5EF4-FFF2-40B4-BE49-F238E27FC236}">
                <a16:creationId xmlns:a16="http://schemas.microsoft.com/office/drawing/2014/main" id="{F0BD4C5D-F926-9B67-CAB0-72AB9957FDE4}"/>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639AED25-CCEF-D3DB-805B-89F805606905}"/>
              </a:ext>
            </a:extLst>
          </p:cNvPr>
          <p:cNvSpPr>
            <a:spLocks noGrp="1"/>
          </p:cNvSpPr>
          <p:nvPr>
            <p:ph type="sldNum" sz="quarter" idx="11"/>
          </p:nvPr>
        </p:nvSpPr>
        <p:spPr/>
        <p:txBody>
          <a:bodyPr/>
          <a:lstStyle/>
          <a:p>
            <a:fld id="{C0388CE4-E87A-43A8-A4DA-5AAB8529E0B0}" type="slidenum">
              <a:rPr lang="en-US" smtClean="0"/>
              <a:pPr/>
              <a:t>11</a:t>
            </a:fld>
            <a:endParaRPr lang="en-US" dirty="0"/>
          </a:p>
        </p:txBody>
      </p:sp>
    </p:spTree>
    <p:extLst>
      <p:ext uri="{BB962C8B-B14F-4D97-AF65-F5344CB8AC3E}">
        <p14:creationId xmlns:p14="http://schemas.microsoft.com/office/powerpoint/2010/main" val="3259181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2C5E07-BD18-F2C3-F1C0-0CE8B8765E8C}"/>
              </a:ext>
            </a:extLst>
          </p:cNvPr>
          <p:cNvSpPr>
            <a:spLocks noGrp="1"/>
          </p:cNvSpPr>
          <p:nvPr>
            <p:ph type="title"/>
          </p:nvPr>
        </p:nvSpPr>
        <p:spPr/>
        <p:txBody>
          <a:bodyPr/>
          <a:lstStyle/>
          <a:p>
            <a:r>
              <a:rPr lang="en-US" dirty="0"/>
              <a:t>Ports used of a Pacemaker High Availability Cluster</a:t>
            </a:r>
            <a:endParaRPr lang="en-GB" dirty="0"/>
          </a:p>
        </p:txBody>
      </p:sp>
      <p:sp>
        <p:nvSpPr>
          <p:cNvPr id="4" name="Footer Placeholder 3">
            <a:extLst>
              <a:ext uri="{FF2B5EF4-FFF2-40B4-BE49-F238E27FC236}">
                <a16:creationId xmlns:a16="http://schemas.microsoft.com/office/drawing/2014/main" id="{B7072D60-916A-DFA3-9E89-DDB77BF4215D}"/>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DEF42922-CFC9-414F-E8ED-EDED31AB2067}"/>
              </a:ext>
            </a:extLst>
          </p:cNvPr>
          <p:cNvSpPr>
            <a:spLocks noGrp="1"/>
          </p:cNvSpPr>
          <p:nvPr>
            <p:ph type="sldNum" sz="quarter" idx="11"/>
          </p:nvPr>
        </p:nvSpPr>
        <p:spPr/>
        <p:txBody>
          <a:bodyPr/>
          <a:lstStyle/>
          <a:p>
            <a:fld id="{C0388CE4-E87A-43A8-A4DA-5AAB8529E0B0}" type="slidenum">
              <a:rPr lang="en-US" smtClean="0"/>
              <a:pPr/>
              <a:t>12</a:t>
            </a:fld>
            <a:endParaRPr lang="en-US" dirty="0"/>
          </a:p>
        </p:txBody>
      </p:sp>
      <p:pic>
        <p:nvPicPr>
          <p:cNvPr id="6" name="Content Placeholder 5">
            <a:extLst>
              <a:ext uri="{FF2B5EF4-FFF2-40B4-BE49-F238E27FC236}">
                <a16:creationId xmlns:a16="http://schemas.microsoft.com/office/drawing/2014/main" id="{33E10C7A-4402-258E-79E9-9FF118642D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996" y="1228418"/>
            <a:ext cx="5811061" cy="4401164"/>
          </a:xfrm>
          <a:prstGeom prst="rect">
            <a:avLst/>
          </a:prstGeom>
        </p:spPr>
      </p:pic>
      <p:cxnSp>
        <p:nvCxnSpPr>
          <p:cNvPr id="7" name="Straight Arrow Connector 6">
            <a:extLst>
              <a:ext uri="{FF2B5EF4-FFF2-40B4-BE49-F238E27FC236}">
                <a16:creationId xmlns:a16="http://schemas.microsoft.com/office/drawing/2014/main" id="{7B87FEF2-A2E7-16C5-9E90-7C8729B63E74}"/>
              </a:ext>
            </a:extLst>
          </p:cNvPr>
          <p:cNvCxnSpPr>
            <a:cxnSpLocks/>
          </p:cNvCxnSpPr>
          <p:nvPr/>
        </p:nvCxnSpPr>
        <p:spPr>
          <a:xfrm>
            <a:off x="6091893" y="1709014"/>
            <a:ext cx="2302071" cy="0"/>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9C64106-FE4B-3055-E1A2-9B70EF136DB7}"/>
              </a:ext>
            </a:extLst>
          </p:cNvPr>
          <p:cNvSpPr txBox="1"/>
          <p:nvPr/>
        </p:nvSpPr>
        <p:spPr>
          <a:xfrm>
            <a:off x="8393964" y="1524348"/>
            <a:ext cx="2536723" cy="369332"/>
          </a:xfrm>
          <a:prstGeom prst="rect">
            <a:avLst/>
          </a:prstGeom>
          <a:noFill/>
          <a:ln w="38100">
            <a:noFill/>
          </a:ln>
        </p:spPr>
        <p:txBody>
          <a:bodyPr wrap="square">
            <a:spAutoFit/>
          </a:bodyPr>
          <a:lstStyle/>
          <a:p>
            <a:r>
              <a:rPr lang="en-US" sz="1800" b="1" dirty="0">
                <a:highlight>
                  <a:srgbClr val="FFFF00"/>
                </a:highlight>
              </a:rPr>
              <a:t>TCP Port : 2224/TCP</a:t>
            </a:r>
            <a:endParaRPr lang="en-GB" dirty="0"/>
          </a:p>
        </p:txBody>
      </p:sp>
      <p:sp>
        <p:nvSpPr>
          <p:cNvPr id="11" name="TextBox 10">
            <a:extLst>
              <a:ext uri="{FF2B5EF4-FFF2-40B4-BE49-F238E27FC236}">
                <a16:creationId xmlns:a16="http://schemas.microsoft.com/office/drawing/2014/main" id="{CD48E6EE-A2C6-2551-0364-B1937DFEB40D}"/>
              </a:ext>
            </a:extLst>
          </p:cNvPr>
          <p:cNvSpPr txBox="1"/>
          <p:nvPr/>
        </p:nvSpPr>
        <p:spPr>
          <a:xfrm>
            <a:off x="8393964" y="4331054"/>
            <a:ext cx="3370095" cy="369332"/>
          </a:xfrm>
          <a:prstGeom prst="rect">
            <a:avLst/>
          </a:prstGeom>
          <a:noFill/>
          <a:ln w="57150">
            <a:noFill/>
            <a:miter lim="800000"/>
          </a:ln>
        </p:spPr>
        <p:txBody>
          <a:bodyPr wrap="square">
            <a:spAutoFit/>
          </a:bodyPr>
          <a:lstStyle/>
          <a:p>
            <a:r>
              <a:rPr lang="en-US" b="1" dirty="0"/>
              <a:t> </a:t>
            </a:r>
            <a:r>
              <a:rPr lang="en-US" b="1" dirty="0">
                <a:highlight>
                  <a:srgbClr val="FFFF00"/>
                </a:highlight>
              </a:rPr>
              <a:t>UDP Ports : 5404-5412/UDP</a:t>
            </a:r>
          </a:p>
        </p:txBody>
      </p:sp>
      <p:cxnSp>
        <p:nvCxnSpPr>
          <p:cNvPr id="12" name="Straight Arrow Connector 11">
            <a:extLst>
              <a:ext uri="{FF2B5EF4-FFF2-40B4-BE49-F238E27FC236}">
                <a16:creationId xmlns:a16="http://schemas.microsoft.com/office/drawing/2014/main" id="{D30F19FA-E7AC-F3D9-F4E4-B2C11839BF4B}"/>
              </a:ext>
            </a:extLst>
          </p:cNvPr>
          <p:cNvCxnSpPr>
            <a:cxnSpLocks/>
          </p:cNvCxnSpPr>
          <p:nvPr/>
        </p:nvCxnSpPr>
        <p:spPr>
          <a:xfrm>
            <a:off x="6091893" y="4515720"/>
            <a:ext cx="2414235" cy="0"/>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C2C90B2C-84B4-C1EE-42DC-3D3038FFD8B3}"/>
              </a:ext>
            </a:extLst>
          </p:cNvPr>
          <p:cNvPicPr>
            <a:picLocks noChangeAspect="1"/>
          </p:cNvPicPr>
          <p:nvPr/>
        </p:nvPicPr>
        <p:blipFill>
          <a:blip r:embed="rId3"/>
          <a:stretch>
            <a:fillRect/>
          </a:stretch>
        </p:blipFill>
        <p:spPr>
          <a:xfrm>
            <a:off x="4666193" y="5306602"/>
            <a:ext cx="1699407" cy="152413"/>
          </a:xfrm>
          <a:prstGeom prst="rect">
            <a:avLst/>
          </a:prstGeom>
        </p:spPr>
      </p:pic>
    </p:spTree>
    <p:extLst>
      <p:ext uri="{BB962C8B-B14F-4D97-AF65-F5344CB8AC3E}">
        <p14:creationId xmlns:p14="http://schemas.microsoft.com/office/powerpoint/2010/main" val="2344548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35B41B-E310-D04F-9E53-0CEF1B356EAD}"/>
              </a:ext>
            </a:extLst>
          </p:cNvPr>
          <p:cNvSpPr>
            <a:spLocks noGrp="1"/>
          </p:cNvSpPr>
          <p:nvPr>
            <p:ph idx="1"/>
          </p:nvPr>
        </p:nvSpPr>
        <p:spPr/>
        <p:txBody>
          <a:bodyPr>
            <a:normAutofit fontScale="85000" lnSpcReduction="20000"/>
          </a:bodyPr>
          <a:lstStyle/>
          <a:p>
            <a:pPr>
              <a:buFont typeface="Wingdings" panose="05000000000000000000" pitchFamily="2" charset="2"/>
              <a:buChar char="Ø"/>
            </a:pPr>
            <a:r>
              <a:rPr lang="en-US" b="1" dirty="0"/>
              <a:t> </a:t>
            </a:r>
            <a:r>
              <a:rPr lang="en-US" sz="1900" b="1" dirty="0"/>
              <a:t>Pacemaker</a:t>
            </a:r>
          </a:p>
          <a:p>
            <a:r>
              <a:rPr lang="en-US" sz="1000" dirty="0"/>
              <a:t> </a:t>
            </a:r>
            <a:r>
              <a:rPr lang="en-US" sz="1600" dirty="0"/>
              <a:t>This is the component responsible for all cluster-related activities, such as monitoring cluster membership, managing the services and  </a:t>
            </a:r>
            <a:br>
              <a:rPr lang="en-US" sz="1600" dirty="0"/>
            </a:br>
            <a:r>
              <a:rPr lang="en-US" sz="1600" dirty="0"/>
              <a:t> resources and fencing cluster members. The </a:t>
            </a:r>
            <a:r>
              <a:rPr lang="en-US" sz="1600" i="1" dirty="0"/>
              <a:t>pacemaker </a:t>
            </a:r>
            <a:r>
              <a:rPr lang="en-US" sz="1600" dirty="0"/>
              <a:t>RPM package contains three important facilities:</a:t>
            </a:r>
            <a:br>
              <a:rPr lang="en-US" sz="1600" dirty="0"/>
            </a:br>
            <a:endParaRPr lang="en-US" sz="1600" dirty="0"/>
          </a:p>
          <a:p>
            <a:pPr>
              <a:buFont typeface="Wingdings" panose="05000000000000000000" pitchFamily="2" charset="2"/>
              <a:buChar char="§"/>
            </a:pPr>
            <a:r>
              <a:rPr lang="en-US" sz="1000" b="1" dirty="0"/>
              <a:t>    </a:t>
            </a:r>
            <a:r>
              <a:rPr lang="en-US" sz="1600" b="1" dirty="0"/>
              <a:t>Cluster Information Base (CIB): </a:t>
            </a:r>
            <a:r>
              <a:rPr lang="en-US" sz="1600" dirty="0"/>
              <a:t>The CIB contains configuration and status information about the cluster and the cluster   </a:t>
            </a:r>
            <a:br>
              <a:rPr lang="en-US" sz="1600" dirty="0"/>
            </a:br>
            <a:r>
              <a:rPr lang="en-US" sz="1600" dirty="0"/>
              <a:t>   resources in XML format. A cluster node in the cluster  gets elected by Pacemaker to act as a designated coordinator (DC), </a:t>
            </a:r>
            <a:br>
              <a:rPr lang="en-US" sz="1600" dirty="0"/>
            </a:br>
            <a:r>
              <a:rPr lang="en-US" sz="1600" dirty="0"/>
              <a:t>   and stores cluster and  resource status and cluster configuration that gets synchronized to all other active cluster nodes. The  </a:t>
            </a:r>
            <a:br>
              <a:rPr lang="en-US" sz="1600" dirty="0"/>
            </a:br>
            <a:r>
              <a:rPr lang="en-US" sz="1600" dirty="0"/>
              <a:t>   scheduler (pacemaker-</a:t>
            </a:r>
            <a:r>
              <a:rPr lang="en-US" sz="1600" dirty="0" err="1"/>
              <a:t>schedulerd</a:t>
            </a:r>
            <a:r>
              <a:rPr lang="en-US" sz="1600" dirty="0"/>
              <a:t>) uses the contents of the CIB to compute the ideal state of the cluster and how to reach it.</a:t>
            </a:r>
          </a:p>
          <a:p>
            <a:r>
              <a:rPr lang="en-US" sz="1600" b="1" dirty="0"/>
              <a:t>       </a:t>
            </a:r>
            <a:r>
              <a:rPr lang="en-US" sz="1600" b="1" dirty="0">
                <a:highlight>
                  <a:srgbClr val="FFFF00"/>
                </a:highlight>
              </a:rPr>
              <a:t>Conf File :  </a:t>
            </a:r>
            <a:r>
              <a:rPr lang="en-US" dirty="0">
                <a:highlight>
                  <a:srgbClr val="FFFF00"/>
                </a:highlight>
              </a:rPr>
              <a:t>/var/lib/pacemaker/</a:t>
            </a:r>
            <a:r>
              <a:rPr lang="en-US" dirty="0" err="1">
                <a:highlight>
                  <a:srgbClr val="FFFF00"/>
                </a:highlight>
              </a:rPr>
              <a:t>cib</a:t>
            </a:r>
            <a:r>
              <a:rPr lang="en-US" dirty="0">
                <a:highlight>
                  <a:srgbClr val="FFFF00"/>
                </a:highlight>
              </a:rPr>
              <a:t>/cib.xml</a:t>
            </a:r>
          </a:p>
          <a:p>
            <a:pPr>
              <a:buFont typeface="Wingdings" panose="05000000000000000000" pitchFamily="2" charset="2"/>
              <a:buChar char="§"/>
            </a:pPr>
            <a:r>
              <a:rPr lang="en-US" sz="1000" b="1" dirty="0"/>
              <a:t>    </a:t>
            </a:r>
            <a:r>
              <a:rPr lang="en-US" sz="1600" b="1" dirty="0"/>
              <a:t>Cluster Resource Management Daemon (</a:t>
            </a:r>
            <a:r>
              <a:rPr lang="en-US" sz="1600" b="1" dirty="0" err="1"/>
              <a:t>CRMd</a:t>
            </a:r>
            <a:r>
              <a:rPr lang="en-US" sz="1600" b="1" dirty="0"/>
              <a:t>): </a:t>
            </a:r>
            <a:r>
              <a:rPr lang="en-US" sz="1600" dirty="0"/>
              <a:t>The Cluster Resource Management Daemon coordinates and sends the  </a:t>
            </a:r>
            <a:br>
              <a:rPr lang="en-US" sz="1600" dirty="0"/>
            </a:br>
            <a:r>
              <a:rPr lang="en-US" sz="1600" dirty="0"/>
              <a:t>   resource start, stop, and status query actions to the Local Resource Management Daemon (</a:t>
            </a:r>
            <a:r>
              <a:rPr lang="en-US" sz="1600" dirty="0" err="1"/>
              <a:t>LRMd</a:t>
            </a:r>
            <a:r>
              <a:rPr lang="en-US" sz="1600" dirty="0"/>
              <a:t>) that runs on every cluster </a:t>
            </a:r>
            <a:br>
              <a:rPr lang="en-US" sz="1600" dirty="0"/>
            </a:br>
            <a:r>
              <a:rPr lang="en-US" sz="1600" dirty="0"/>
              <a:t>   node. The </a:t>
            </a:r>
            <a:r>
              <a:rPr lang="en-US" sz="1600" dirty="0" err="1"/>
              <a:t>LRMd</a:t>
            </a:r>
            <a:r>
              <a:rPr lang="en-US" sz="1600" dirty="0"/>
              <a:t> passes the actions received from the </a:t>
            </a:r>
            <a:r>
              <a:rPr lang="en-US" sz="1600" dirty="0" err="1"/>
              <a:t>CRMd</a:t>
            </a:r>
            <a:r>
              <a:rPr lang="en-US" sz="1600" dirty="0"/>
              <a:t> to the resource agents.</a:t>
            </a:r>
          </a:p>
          <a:p>
            <a:r>
              <a:rPr lang="en-US" sz="1600" dirty="0"/>
              <a:t>     </a:t>
            </a:r>
            <a:r>
              <a:rPr lang="en-US" sz="1600" b="1" dirty="0">
                <a:highlight>
                  <a:srgbClr val="FFFF00"/>
                </a:highlight>
              </a:rPr>
              <a:t>Conf File : /etc/pacemaker/</a:t>
            </a:r>
            <a:r>
              <a:rPr lang="en-US" sz="1600" b="1" dirty="0" err="1">
                <a:highlight>
                  <a:srgbClr val="FFFF00"/>
                </a:highlight>
              </a:rPr>
              <a:t>cluster.conf</a:t>
            </a:r>
            <a:br>
              <a:rPr lang="en-US" sz="1600" b="1" dirty="0">
                <a:highlight>
                  <a:srgbClr val="FFFF00"/>
                </a:highlight>
              </a:rPr>
            </a:br>
            <a:endParaRPr lang="en-US" sz="1600" dirty="0"/>
          </a:p>
          <a:p>
            <a:pPr>
              <a:buFont typeface="Wingdings" panose="05000000000000000000" pitchFamily="2" charset="2"/>
              <a:buChar char="§"/>
            </a:pPr>
            <a:r>
              <a:rPr lang="en-US" sz="1000" b="1" dirty="0"/>
              <a:t>    </a:t>
            </a:r>
            <a:r>
              <a:rPr lang="en-US" sz="1600" b="1" dirty="0"/>
              <a:t>Shoot the Other Node in the Head (STONITH): </a:t>
            </a:r>
            <a:r>
              <a:rPr lang="en-US" sz="1600" dirty="0"/>
              <a:t>STONITH is the facility responsible for processing fence requests and </a:t>
            </a:r>
            <a:br>
              <a:rPr lang="en-US" sz="1600" dirty="0"/>
            </a:br>
            <a:r>
              <a:rPr lang="en-US" sz="1600" dirty="0"/>
              <a:t>   forwards the requested action to the fence devices configured in the CIB.</a:t>
            </a:r>
            <a:endParaRPr lang="en-US" sz="1600" b="1" dirty="0"/>
          </a:p>
          <a:p>
            <a:pPr>
              <a:buFont typeface="Wingdings" panose="05000000000000000000" pitchFamily="2" charset="2"/>
              <a:buChar char="§"/>
            </a:pPr>
            <a:r>
              <a:rPr lang="en-US" sz="1600" b="1" dirty="0"/>
              <a:t>   Fencing :- </a:t>
            </a:r>
          </a:p>
          <a:p>
            <a:r>
              <a:rPr lang="en-US" sz="1600" dirty="0"/>
              <a:t>      Fencing is a mechanism that ensures a malfunctioning cluster node cannot cause corruption on the cluster, because the node</a:t>
            </a:r>
            <a:br>
              <a:rPr lang="en-US" sz="1600" dirty="0"/>
            </a:br>
            <a:r>
              <a:rPr lang="en-US" sz="1600" dirty="0"/>
              <a:t>      could still have access to the cluster resources. Fencing also allows the cluster to safely recover its resources on another node.</a:t>
            </a:r>
            <a:br>
              <a:rPr lang="en-US" sz="1600" dirty="0"/>
            </a:br>
            <a:r>
              <a:rPr lang="en-US" sz="1600" dirty="0"/>
              <a:t>      This is necessary because you cannot assume that an unreachable node is actually off. Fencing is often accomplished by</a:t>
            </a:r>
            <a:br>
              <a:rPr lang="en-US" sz="1600" dirty="0"/>
            </a:br>
            <a:r>
              <a:rPr lang="en-US" sz="1600" dirty="0"/>
              <a:t>      powering the node off, because a dead node is clearly not able to do anything. In other cases, a combination of operations is</a:t>
            </a:r>
            <a:br>
              <a:rPr lang="en-US" sz="1600" dirty="0"/>
            </a:br>
            <a:r>
              <a:rPr lang="en-US" sz="1600" dirty="0"/>
              <a:t>      used to cut the node off from the network (to stop the cluster allocating resources on that node) or from storage (to stop the</a:t>
            </a:r>
            <a:br>
              <a:rPr lang="en-US" sz="1600" dirty="0"/>
            </a:br>
            <a:r>
              <a:rPr lang="en-US" sz="1600" dirty="0"/>
              <a:t>      node from writing to shared storage). </a:t>
            </a:r>
          </a:p>
          <a:p>
            <a:endParaRPr lang="en-GB" sz="1600" dirty="0"/>
          </a:p>
        </p:txBody>
      </p:sp>
      <p:sp>
        <p:nvSpPr>
          <p:cNvPr id="3" name="Title 2">
            <a:extLst>
              <a:ext uri="{FF2B5EF4-FFF2-40B4-BE49-F238E27FC236}">
                <a16:creationId xmlns:a16="http://schemas.microsoft.com/office/drawing/2014/main" id="{71E13FE3-3D57-54A5-D09A-A8D2195F8393}"/>
              </a:ext>
            </a:extLst>
          </p:cNvPr>
          <p:cNvSpPr>
            <a:spLocks noGrp="1"/>
          </p:cNvSpPr>
          <p:nvPr>
            <p:ph type="title"/>
          </p:nvPr>
        </p:nvSpPr>
        <p:spPr/>
        <p:txBody>
          <a:bodyPr/>
          <a:lstStyle/>
          <a:p>
            <a:r>
              <a:rPr lang="en-US" dirty="0"/>
              <a:t>Software Configuration of a Pacemaker HA Cluster</a:t>
            </a:r>
            <a:endParaRPr lang="en-GB" dirty="0"/>
          </a:p>
        </p:txBody>
      </p:sp>
      <p:sp>
        <p:nvSpPr>
          <p:cNvPr id="4" name="Footer Placeholder 3">
            <a:extLst>
              <a:ext uri="{FF2B5EF4-FFF2-40B4-BE49-F238E27FC236}">
                <a16:creationId xmlns:a16="http://schemas.microsoft.com/office/drawing/2014/main" id="{4C564164-57E0-DFCE-37EC-DA8B4988642C}"/>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DBA2BBAB-FAA1-1B6F-7F0B-CCC62A4607BB}"/>
              </a:ext>
            </a:extLst>
          </p:cNvPr>
          <p:cNvSpPr>
            <a:spLocks noGrp="1"/>
          </p:cNvSpPr>
          <p:nvPr>
            <p:ph type="sldNum" sz="quarter" idx="11"/>
          </p:nvPr>
        </p:nvSpPr>
        <p:spPr/>
        <p:txBody>
          <a:bodyPr/>
          <a:lstStyle/>
          <a:p>
            <a:fld id="{C0388CE4-E87A-43A8-A4DA-5AAB8529E0B0}" type="slidenum">
              <a:rPr lang="en-US" smtClean="0"/>
              <a:pPr/>
              <a:t>13</a:t>
            </a:fld>
            <a:endParaRPr lang="en-US" dirty="0"/>
          </a:p>
        </p:txBody>
      </p:sp>
    </p:spTree>
    <p:extLst>
      <p:ext uri="{BB962C8B-B14F-4D97-AF65-F5344CB8AC3E}">
        <p14:creationId xmlns:p14="http://schemas.microsoft.com/office/powerpoint/2010/main" val="3692154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8FE315-D3BB-5556-44C4-846164F03D4F}"/>
              </a:ext>
            </a:extLst>
          </p:cNvPr>
          <p:cNvSpPr>
            <a:spLocks noGrp="1"/>
          </p:cNvSpPr>
          <p:nvPr>
            <p:ph idx="1"/>
          </p:nvPr>
        </p:nvSpPr>
        <p:spPr/>
        <p:txBody>
          <a:bodyPr/>
          <a:lstStyle/>
          <a:p>
            <a:pPr>
              <a:buFont typeface="Wingdings" panose="05000000000000000000" pitchFamily="2" charset="2"/>
              <a:buChar char="Ø"/>
            </a:pPr>
            <a:r>
              <a:rPr lang="en-US" b="1" dirty="0"/>
              <a:t> pcs</a:t>
            </a:r>
          </a:p>
          <a:p>
            <a:r>
              <a:rPr lang="en-US" dirty="0"/>
              <a:t>  The </a:t>
            </a:r>
            <a:r>
              <a:rPr lang="en-US" b="1" i="1" dirty="0"/>
              <a:t>pcs</a:t>
            </a:r>
            <a:r>
              <a:rPr lang="en-US" i="1" dirty="0"/>
              <a:t> </a:t>
            </a:r>
            <a:r>
              <a:rPr lang="en-US" dirty="0"/>
              <a:t>RPM package contains two cluster configuration tools:</a:t>
            </a:r>
          </a:p>
          <a:p>
            <a:r>
              <a:rPr lang="en-US" dirty="0"/>
              <a:t>  The pcs command provides a command-line interface to create, configure, and control every aspect of a  </a:t>
            </a:r>
          </a:p>
          <a:p>
            <a:r>
              <a:rPr lang="en-US" dirty="0"/>
              <a:t>  Pacemaker/</a:t>
            </a:r>
            <a:r>
              <a:rPr lang="en-US" dirty="0" err="1"/>
              <a:t>Corosync</a:t>
            </a:r>
            <a:r>
              <a:rPr lang="en-US" dirty="0"/>
              <a:t> cluster.</a:t>
            </a:r>
          </a:p>
          <a:p>
            <a:pPr>
              <a:buFont typeface="Wingdings" panose="05000000000000000000" pitchFamily="2" charset="2"/>
              <a:buChar char="Ø"/>
            </a:pPr>
            <a:r>
              <a:rPr lang="en-US" b="1" dirty="0"/>
              <a:t> </a:t>
            </a:r>
            <a:r>
              <a:rPr lang="en-US" b="1" dirty="0" err="1"/>
              <a:t>pcsd</a:t>
            </a:r>
            <a:r>
              <a:rPr lang="en-US" b="1" dirty="0"/>
              <a:t> (Web UI)</a:t>
            </a:r>
            <a:endParaRPr lang="en-US" dirty="0"/>
          </a:p>
          <a:p>
            <a:r>
              <a:rPr lang="en-US" dirty="0"/>
              <a:t>  The </a:t>
            </a:r>
            <a:r>
              <a:rPr lang="en-US" b="1" i="1" dirty="0" err="1"/>
              <a:t>pcsd</a:t>
            </a:r>
            <a:r>
              <a:rPr lang="en-US" dirty="0"/>
              <a:t> service provides the cluster configuration synchronization and a web front end to create and</a:t>
            </a:r>
            <a:br>
              <a:rPr lang="en-US" dirty="0"/>
            </a:br>
            <a:r>
              <a:rPr lang="en-US" dirty="0"/>
              <a:t>  configure a Pacemaker/</a:t>
            </a:r>
            <a:r>
              <a:rPr lang="en-US" dirty="0" err="1"/>
              <a:t>Corosync</a:t>
            </a:r>
            <a:r>
              <a:rPr lang="en-US" dirty="0"/>
              <a:t> cluster.</a:t>
            </a:r>
          </a:p>
          <a:p>
            <a:pPr>
              <a:buFont typeface="Wingdings" panose="05000000000000000000" pitchFamily="2" charset="2"/>
              <a:buChar char="Ø"/>
            </a:pPr>
            <a:r>
              <a:rPr lang="en-US" dirty="0"/>
              <a:t>  </a:t>
            </a:r>
            <a:r>
              <a:rPr lang="en-US" b="1" dirty="0" err="1"/>
              <a:t>corosync</a:t>
            </a:r>
            <a:endParaRPr lang="en-US" b="1" dirty="0"/>
          </a:p>
          <a:p>
            <a:r>
              <a:rPr lang="en-US" dirty="0"/>
              <a:t>  This is the framework used by Pacemaker for handling communication between the cluster nodes.</a:t>
            </a:r>
            <a:br>
              <a:rPr lang="en-US" dirty="0"/>
            </a:br>
            <a:r>
              <a:rPr lang="en-US" dirty="0"/>
              <a:t>  </a:t>
            </a:r>
            <a:r>
              <a:rPr lang="en-US" dirty="0" err="1"/>
              <a:t>corosync</a:t>
            </a:r>
            <a:r>
              <a:rPr lang="en-US" dirty="0"/>
              <a:t> is also Pacemaker's source of membership.</a:t>
            </a:r>
          </a:p>
          <a:p>
            <a:r>
              <a:rPr lang="en-US" dirty="0"/>
              <a:t>   </a:t>
            </a:r>
            <a:r>
              <a:rPr lang="en-US" sz="1600" b="1" dirty="0">
                <a:highlight>
                  <a:srgbClr val="FFFF00"/>
                </a:highlight>
              </a:rPr>
              <a:t>Conf File </a:t>
            </a:r>
            <a:r>
              <a:rPr lang="en-US" dirty="0">
                <a:highlight>
                  <a:srgbClr val="FFFF00"/>
                </a:highlight>
              </a:rPr>
              <a:t>: /</a:t>
            </a:r>
            <a:r>
              <a:rPr lang="en-US" dirty="0" err="1">
                <a:highlight>
                  <a:srgbClr val="FFFF00"/>
                </a:highlight>
              </a:rPr>
              <a:t>etc</a:t>
            </a:r>
            <a:r>
              <a:rPr lang="en-US" dirty="0">
                <a:highlight>
                  <a:srgbClr val="FFFF00"/>
                </a:highlight>
              </a:rPr>
              <a:t>/</a:t>
            </a:r>
            <a:r>
              <a:rPr lang="en-US" dirty="0" err="1">
                <a:highlight>
                  <a:srgbClr val="FFFF00"/>
                </a:highlight>
              </a:rPr>
              <a:t>corosync</a:t>
            </a:r>
            <a:r>
              <a:rPr lang="en-US" dirty="0">
                <a:highlight>
                  <a:srgbClr val="FFFF00"/>
                </a:highlight>
              </a:rPr>
              <a:t>/</a:t>
            </a:r>
            <a:r>
              <a:rPr lang="en-US" dirty="0" err="1">
                <a:highlight>
                  <a:srgbClr val="FFFF00"/>
                </a:highlight>
              </a:rPr>
              <a:t>corosync.conf</a:t>
            </a:r>
            <a:endParaRPr lang="en-US" dirty="0">
              <a:highlight>
                <a:srgbClr val="FFFF00"/>
              </a:highlight>
            </a:endParaRPr>
          </a:p>
          <a:p>
            <a:r>
              <a:rPr lang="en-US" sz="1400" dirty="0"/>
              <a:t>    </a:t>
            </a:r>
            <a:r>
              <a:rPr lang="en-US" sz="1600" b="1" dirty="0">
                <a:highlight>
                  <a:srgbClr val="FFFF00"/>
                </a:highlight>
              </a:rPr>
              <a:t>Cluster Logs File </a:t>
            </a:r>
            <a:r>
              <a:rPr lang="en-US" sz="1400" dirty="0">
                <a:highlight>
                  <a:srgbClr val="FFFF00"/>
                </a:highlight>
              </a:rPr>
              <a:t>: /var/log/pacemaker/pacemaker.log or </a:t>
            </a:r>
            <a:r>
              <a:rPr lang="da-DK" sz="1400" dirty="0">
                <a:highlight>
                  <a:srgbClr val="FFFF00"/>
                </a:highlight>
              </a:rPr>
              <a:t>/var/log/pcsd/pcsd.log</a:t>
            </a:r>
            <a:br>
              <a:rPr lang="da-DK" sz="1400" dirty="0">
                <a:highlight>
                  <a:srgbClr val="FFFF00"/>
                </a:highlight>
              </a:rPr>
            </a:br>
            <a:br>
              <a:rPr lang="da-DK" sz="1400" dirty="0">
                <a:highlight>
                  <a:srgbClr val="FFFF00"/>
                </a:highlight>
              </a:rPr>
            </a:br>
            <a:r>
              <a:rPr lang="da-DK" sz="1400" dirty="0"/>
              <a:t>    </a:t>
            </a:r>
            <a:r>
              <a:rPr lang="en-US" sz="1600" b="1" dirty="0">
                <a:highlight>
                  <a:srgbClr val="FFFF00"/>
                </a:highlight>
              </a:rPr>
              <a:t>/var/log/messages</a:t>
            </a:r>
            <a:r>
              <a:rPr lang="en-US" dirty="0">
                <a:highlight>
                  <a:srgbClr val="FFFF00"/>
                </a:highlight>
              </a:rPr>
              <a:t>: </a:t>
            </a:r>
            <a:r>
              <a:rPr lang="en-US" dirty="0"/>
              <a:t>A general system log file that may contain related cluster events and errors. </a:t>
            </a:r>
          </a:p>
          <a:p>
            <a:endParaRPr lang="en-GB" dirty="0"/>
          </a:p>
        </p:txBody>
      </p:sp>
      <p:sp>
        <p:nvSpPr>
          <p:cNvPr id="3" name="Title 2">
            <a:extLst>
              <a:ext uri="{FF2B5EF4-FFF2-40B4-BE49-F238E27FC236}">
                <a16:creationId xmlns:a16="http://schemas.microsoft.com/office/drawing/2014/main" id="{C6216947-4B99-A0D4-BC02-255244C2DA79}"/>
              </a:ext>
            </a:extLst>
          </p:cNvPr>
          <p:cNvSpPr>
            <a:spLocks noGrp="1"/>
          </p:cNvSpPr>
          <p:nvPr>
            <p:ph type="title"/>
          </p:nvPr>
        </p:nvSpPr>
        <p:spPr/>
        <p:txBody>
          <a:bodyPr/>
          <a:lstStyle/>
          <a:p>
            <a:r>
              <a:rPr lang="en-US" dirty="0"/>
              <a:t>Software Configuration of a Pacemaker HA Cluster</a:t>
            </a:r>
            <a:endParaRPr lang="en-GB" dirty="0"/>
          </a:p>
        </p:txBody>
      </p:sp>
      <p:sp>
        <p:nvSpPr>
          <p:cNvPr id="4" name="Footer Placeholder 3">
            <a:extLst>
              <a:ext uri="{FF2B5EF4-FFF2-40B4-BE49-F238E27FC236}">
                <a16:creationId xmlns:a16="http://schemas.microsoft.com/office/drawing/2014/main" id="{A78EDB17-0D08-6039-3545-93B742B4D2D0}"/>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3EF507C9-4855-6677-8113-FED912F0CA84}"/>
              </a:ext>
            </a:extLst>
          </p:cNvPr>
          <p:cNvSpPr>
            <a:spLocks noGrp="1"/>
          </p:cNvSpPr>
          <p:nvPr>
            <p:ph type="sldNum" sz="quarter" idx="11"/>
          </p:nvPr>
        </p:nvSpPr>
        <p:spPr/>
        <p:txBody>
          <a:bodyPr/>
          <a:lstStyle/>
          <a:p>
            <a:fld id="{C0388CE4-E87A-43A8-A4DA-5AAB8529E0B0}" type="slidenum">
              <a:rPr lang="en-US" smtClean="0"/>
              <a:pPr/>
              <a:t>14</a:t>
            </a:fld>
            <a:endParaRPr lang="en-US" dirty="0"/>
          </a:p>
        </p:txBody>
      </p:sp>
    </p:spTree>
    <p:extLst>
      <p:ext uri="{BB962C8B-B14F-4D97-AF65-F5344CB8AC3E}">
        <p14:creationId xmlns:p14="http://schemas.microsoft.com/office/powerpoint/2010/main" val="4266280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9AD28A-2352-4DAA-6E2F-4AB757F2435C}"/>
              </a:ext>
            </a:extLst>
          </p:cNvPr>
          <p:cNvSpPr>
            <a:spLocks noGrp="1"/>
          </p:cNvSpPr>
          <p:nvPr>
            <p:ph type="title"/>
          </p:nvPr>
        </p:nvSpPr>
        <p:spPr/>
        <p:txBody>
          <a:bodyPr/>
          <a:lstStyle/>
          <a:p>
            <a:r>
              <a:rPr lang="en-US" dirty="0"/>
              <a:t>Red Hat Pacemaker HA Cluster 2 Node Setup</a:t>
            </a:r>
            <a:endParaRPr lang="en-GB" dirty="0"/>
          </a:p>
        </p:txBody>
      </p:sp>
      <p:sp>
        <p:nvSpPr>
          <p:cNvPr id="4" name="Footer Placeholder 3">
            <a:extLst>
              <a:ext uri="{FF2B5EF4-FFF2-40B4-BE49-F238E27FC236}">
                <a16:creationId xmlns:a16="http://schemas.microsoft.com/office/drawing/2014/main" id="{D0B0E0D8-705A-0E91-E8B5-5FF657EC64EE}"/>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C681B9B4-CA43-D45F-DDA5-031B1A8D7748}"/>
              </a:ext>
            </a:extLst>
          </p:cNvPr>
          <p:cNvSpPr>
            <a:spLocks noGrp="1"/>
          </p:cNvSpPr>
          <p:nvPr>
            <p:ph type="sldNum" sz="quarter" idx="11"/>
          </p:nvPr>
        </p:nvSpPr>
        <p:spPr/>
        <p:txBody>
          <a:bodyPr/>
          <a:lstStyle/>
          <a:p>
            <a:fld id="{C0388CE4-E87A-43A8-A4DA-5AAB8529E0B0}" type="slidenum">
              <a:rPr lang="en-US" smtClean="0"/>
              <a:pPr/>
              <a:t>15</a:t>
            </a:fld>
            <a:endParaRPr lang="en-US" dirty="0"/>
          </a:p>
        </p:txBody>
      </p:sp>
      <p:pic>
        <p:nvPicPr>
          <p:cNvPr id="7" name="Content Placeholder 6">
            <a:extLst>
              <a:ext uri="{FF2B5EF4-FFF2-40B4-BE49-F238E27FC236}">
                <a16:creationId xmlns:a16="http://schemas.microsoft.com/office/drawing/2014/main" id="{2DBBAD03-D4EC-8531-2693-D590CA536193}"/>
              </a:ext>
            </a:extLst>
          </p:cNvPr>
          <p:cNvPicPr>
            <a:picLocks noGrp="1" noChangeAspect="1"/>
          </p:cNvPicPr>
          <p:nvPr>
            <p:ph idx="1"/>
          </p:nvPr>
        </p:nvPicPr>
        <p:blipFill>
          <a:blip r:embed="rId2"/>
          <a:stretch>
            <a:fillRect/>
          </a:stretch>
        </p:blipFill>
        <p:spPr>
          <a:xfrm>
            <a:off x="374904" y="1052052"/>
            <a:ext cx="11286154" cy="5350258"/>
          </a:xfrm>
          <a:prstGeom prst="rect">
            <a:avLst/>
          </a:prstGeom>
          <a:noFill/>
        </p:spPr>
      </p:pic>
    </p:spTree>
    <p:extLst>
      <p:ext uri="{BB962C8B-B14F-4D97-AF65-F5344CB8AC3E}">
        <p14:creationId xmlns:p14="http://schemas.microsoft.com/office/powerpoint/2010/main" val="2469832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3C9093-6AFF-DF60-2756-8BA2650209AD}"/>
              </a:ext>
            </a:extLst>
          </p:cNvPr>
          <p:cNvSpPr>
            <a:spLocks noGrp="1"/>
          </p:cNvSpPr>
          <p:nvPr>
            <p:ph type="title"/>
          </p:nvPr>
        </p:nvSpPr>
        <p:spPr/>
        <p:txBody>
          <a:bodyPr/>
          <a:lstStyle/>
          <a:p>
            <a:r>
              <a:rPr lang="en-US" dirty="0"/>
              <a:t>What is Quorum?</a:t>
            </a:r>
            <a:endParaRPr lang="en-GB" dirty="0"/>
          </a:p>
        </p:txBody>
      </p:sp>
      <p:sp>
        <p:nvSpPr>
          <p:cNvPr id="4" name="Footer Placeholder 3">
            <a:extLst>
              <a:ext uri="{FF2B5EF4-FFF2-40B4-BE49-F238E27FC236}">
                <a16:creationId xmlns:a16="http://schemas.microsoft.com/office/drawing/2014/main" id="{A940DA32-5FDE-2868-A106-BBC7807356E5}"/>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96BB3170-78DA-DA4C-CF6E-B4E4565CEB91}"/>
              </a:ext>
            </a:extLst>
          </p:cNvPr>
          <p:cNvSpPr>
            <a:spLocks noGrp="1"/>
          </p:cNvSpPr>
          <p:nvPr>
            <p:ph type="sldNum" sz="quarter" idx="11"/>
          </p:nvPr>
        </p:nvSpPr>
        <p:spPr/>
        <p:txBody>
          <a:bodyPr/>
          <a:lstStyle/>
          <a:p>
            <a:fld id="{C0388CE4-E87A-43A8-A4DA-5AAB8529E0B0}" type="slidenum">
              <a:rPr lang="en-US" smtClean="0"/>
              <a:pPr/>
              <a:t>16</a:t>
            </a:fld>
            <a:endParaRPr lang="en-US"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5600D7D-A91B-F035-E1A4-89AE2D25A9ED}"/>
                  </a:ext>
                </a:extLst>
              </p:cNvPr>
              <p:cNvSpPr>
                <a:spLocks noGrp="1"/>
              </p:cNvSpPr>
              <p:nvPr>
                <p:ph idx="1"/>
              </p:nvPr>
            </p:nvSpPr>
            <p:spPr>
              <a:xfrm>
                <a:off x="381600" y="1165860"/>
                <a:ext cx="11086500" cy="5097600"/>
              </a:xfrm>
            </p:spPr>
            <p:txBody>
              <a:bodyPr>
                <a:normAutofit fontScale="92500"/>
              </a:bodyPr>
              <a:lstStyle/>
              <a:p>
                <a:pPr marL="285750" indent="-285750">
                  <a:buFont typeface="Wingdings" panose="05000000000000000000" pitchFamily="2" charset="2"/>
                  <a:buChar char="Ø"/>
                </a:pPr>
                <a:r>
                  <a:rPr lang="en-US" dirty="0"/>
                  <a:t>The High Availability Add-On implements the method using a majority voting scheme.</a:t>
                </a:r>
                <a:br>
                  <a:rPr lang="en-US" dirty="0"/>
                </a:br>
                <a:r>
                  <a:rPr lang="en-US" dirty="0"/>
                  <a:t>Every cluster node casts one vote if it successfully joins the corosync network communication and can communicate with the other nodes that are already participating in the cluster. Quantity of votes are assigned to the systems.</a:t>
                </a:r>
              </a:p>
              <a:p>
                <a:r>
                  <a:rPr lang="en-US" dirty="0"/>
                  <a:t>     The cluster is operational if more than half of all possible votes are successfully cast. The minimum   </a:t>
                </a:r>
                <a:br>
                  <a:rPr lang="en-US" dirty="0"/>
                </a:br>
                <a:r>
                  <a:rPr lang="en-US" dirty="0"/>
                  <a:t>     number of votes needed to achieve more than half of the votes is called the quorum. If quorum is </a:t>
                </a:r>
                <a:br>
                  <a:rPr lang="en-US" dirty="0"/>
                </a:br>
                <a:r>
                  <a:rPr lang="en-US" dirty="0"/>
                  <a:t>     achieved, the cluster is considered quorate. A cluster loses quorum if half of the nodes or more </a:t>
                </a:r>
                <a:br>
                  <a:rPr lang="en-US" dirty="0"/>
                </a:br>
                <a:r>
                  <a:rPr lang="en-US" dirty="0"/>
                  <a:t>     cannot communicate with each other.</a:t>
                </a:r>
              </a:p>
              <a:p>
                <a:r>
                  <a:rPr lang="en-US" dirty="0"/>
                  <a:t>     The most common </a:t>
                </a:r>
                <a:r>
                  <a:rPr lang="en-US" b="1" dirty="0"/>
                  <a:t>cluster quorum formula</a:t>
                </a:r>
                <a:r>
                  <a:rPr lang="en-US" dirty="0"/>
                  <a:t> is:   </a:t>
                </a:r>
                <a14:m>
                  <m:oMath xmlns:m="http://schemas.openxmlformats.org/officeDocument/2006/math">
                    <m:r>
                      <a:rPr lang="en-US" i="1">
                        <a:latin typeface="Cambria Math" panose="02040503050406030204" pitchFamily="18" charset="0"/>
                      </a:rPr>
                      <m:t>𝑄</m:t>
                    </m:r>
                    <m:r>
                      <a:rPr lang="en-US">
                        <a:latin typeface="Cambria Math" panose="02040503050406030204" pitchFamily="18" charset="0"/>
                      </a:rPr>
                      <m:t>=</m:t>
                    </m:r>
                    <m:d>
                      <m:dPr>
                        <m:begChr m:val="⌊"/>
                        <m:endChr m:val="⌋"/>
                        <m:ctrlPr>
                          <a:rPr lang="ar-AE" i="1">
                            <a:latin typeface="Cambria Math" panose="02040503050406030204" pitchFamily="18" charset="0"/>
                          </a:rPr>
                        </m:ctrlPr>
                      </m:dPr>
                      <m:e>
                        <m:f>
                          <m:fPr>
                            <m:ctrlPr>
                              <a:rPr lang="ar-AE" i="1">
                                <a:latin typeface="Cambria Math" panose="02040503050406030204" pitchFamily="18" charset="0"/>
                              </a:rPr>
                            </m:ctrlPr>
                          </m:fPr>
                          <m:num>
                            <m:r>
                              <a:rPr lang="ar-AE" i="1">
                                <a:latin typeface="Cambria Math" panose="02040503050406030204" pitchFamily="18" charset="0"/>
                              </a:rPr>
                              <m:t>𝑁</m:t>
                            </m:r>
                          </m:num>
                          <m:den>
                            <m:r>
                              <a:rPr lang="ar-AE">
                                <a:latin typeface="Cambria Math" panose="02040503050406030204" pitchFamily="18" charset="0"/>
                              </a:rPr>
                              <m:t>2</m:t>
                            </m:r>
                          </m:den>
                        </m:f>
                      </m:e>
                    </m:d>
                    <m:r>
                      <a:rPr lang="ar-AE">
                        <a:latin typeface="Cambria Math" panose="02040503050406030204" pitchFamily="18" charset="0"/>
                      </a:rPr>
                      <m:t>+</m:t>
                    </m:r>
                    <m:r>
                      <a:rPr lang="ar-AE">
                        <a:latin typeface="Cambria Math" panose="02040503050406030204" pitchFamily="18" charset="0"/>
                      </a:rPr>
                      <m:t>1</m:t>
                    </m:r>
                  </m:oMath>
                </a14:m>
                <a:endParaRPr lang="ar-AE" dirty="0"/>
              </a:p>
              <a:p>
                <a:r>
                  <a:rPr lang="en-US" dirty="0"/>
                  <a:t>     Where:</a:t>
                </a:r>
              </a:p>
              <a:p>
                <a:pPr marL="555750" lvl="1"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𝑄</m:t>
                    </m:r>
                  </m:oMath>
                </a14:m>
                <a:r>
                  <a:rPr lang="en-US" dirty="0"/>
                  <a:t>= quorum votes required</a:t>
                </a:r>
              </a:p>
              <a:p>
                <a:pPr marL="555750" lvl="1"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𝑁</m:t>
                    </m:r>
                  </m:oMath>
                </a14:m>
                <a:r>
                  <a:rPr lang="en-US" dirty="0"/>
                  <a:t>= total voting nodes</a:t>
                </a:r>
                <a:endParaRPr lang="ar-AE" dirty="0"/>
              </a:p>
              <a:p>
                <a:endParaRPr lang="en-US" dirty="0"/>
              </a:p>
            </p:txBody>
          </p:sp>
        </mc:Choice>
        <mc:Fallback xmlns="">
          <p:sp>
            <p:nvSpPr>
              <p:cNvPr id="2" name="Content Placeholder 1">
                <a:extLst>
                  <a:ext uri="{FF2B5EF4-FFF2-40B4-BE49-F238E27FC236}">
                    <a16:creationId xmlns:a16="http://schemas.microsoft.com/office/drawing/2014/main" id="{75600D7D-A91B-F035-E1A4-89AE2D25A9ED}"/>
                  </a:ext>
                </a:extLst>
              </p:cNvPr>
              <p:cNvSpPr>
                <a:spLocks noGrp="1" noRot="1" noChangeAspect="1" noMove="1" noResize="1" noEditPoints="1" noAdjustHandles="1" noChangeArrowheads="1" noChangeShapeType="1" noTextEdit="1"/>
              </p:cNvSpPr>
              <p:nvPr>
                <p:ph idx="1"/>
              </p:nvPr>
            </p:nvSpPr>
            <p:spPr>
              <a:xfrm>
                <a:off x="381600" y="1165860"/>
                <a:ext cx="11086500" cy="5097600"/>
              </a:xfrm>
              <a:blipFill>
                <a:blip r:embed="rId2"/>
                <a:stretch>
                  <a:fillRect l="-1100" t="-359"/>
                </a:stretch>
              </a:blipFill>
            </p:spPr>
            <p:txBody>
              <a:bodyPr/>
              <a:lstStyle/>
              <a:p>
                <a:r>
                  <a:rPr lang="en-US">
                    <a:noFill/>
                  </a:rPr>
                  <a:t> </a:t>
                </a:r>
              </a:p>
            </p:txBody>
          </p:sp>
        </mc:Fallback>
      </mc:AlternateContent>
    </p:spTree>
    <p:extLst>
      <p:ext uri="{BB962C8B-B14F-4D97-AF65-F5344CB8AC3E}">
        <p14:creationId xmlns:p14="http://schemas.microsoft.com/office/powerpoint/2010/main" val="403578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F3540-1896-B284-F043-2E38A14013C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4D5C1E8-6467-5E75-5013-91BE99B4FF28}"/>
              </a:ext>
            </a:extLst>
          </p:cNvPr>
          <p:cNvSpPr>
            <a:spLocks noGrp="1"/>
          </p:cNvSpPr>
          <p:nvPr>
            <p:ph type="title"/>
          </p:nvPr>
        </p:nvSpPr>
        <p:spPr/>
        <p:txBody>
          <a:bodyPr/>
          <a:lstStyle/>
          <a:p>
            <a:r>
              <a:rPr lang="en-US" b="0" dirty="0">
                <a:hlinkClick r:id="rId2">
                  <a:extLst>
                    <a:ext uri="{A12FA001-AC4F-418D-AE19-62706E023703}">
                      <ahyp:hlinkClr xmlns:ahyp="http://schemas.microsoft.com/office/drawing/2018/hyperlinkcolor" val="tx"/>
                    </a:ext>
                  </a:extLst>
                </a:hlinkClick>
              </a:rPr>
              <a:t>Configuring quorum options</a:t>
            </a:r>
            <a:endParaRPr lang="en-US" b="0" dirty="0"/>
          </a:p>
        </p:txBody>
      </p:sp>
      <p:sp>
        <p:nvSpPr>
          <p:cNvPr id="4" name="Footer Placeholder 3">
            <a:extLst>
              <a:ext uri="{FF2B5EF4-FFF2-40B4-BE49-F238E27FC236}">
                <a16:creationId xmlns:a16="http://schemas.microsoft.com/office/drawing/2014/main" id="{9E97A801-FF11-7B5A-2C40-A407E6F2EC8C}"/>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D3E67414-B59F-F894-907A-006E9363FE16}"/>
              </a:ext>
            </a:extLst>
          </p:cNvPr>
          <p:cNvSpPr>
            <a:spLocks noGrp="1"/>
          </p:cNvSpPr>
          <p:nvPr>
            <p:ph type="sldNum" sz="quarter" idx="11"/>
          </p:nvPr>
        </p:nvSpPr>
        <p:spPr/>
        <p:txBody>
          <a:bodyPr/>
          <a:lstStyle/>
          <a:p>
            <a:fld id="{C0388CE4-E87A-43A8-A4DA-5AAB8529E0B0}" type="slidenum">
              <a:rPr lang="en-US" smtClean="0"/>
              <a:pPr/>
              <a:t>17</a:t>
            </a:fld>
            <a:endParaRPr lang="en-US" dirty="0"/>
          </a:p>
        </p:txBody>
      </p:sp>
      <p:sp>
        <p:nvSpPr>
          <p:cNvPr id="2" name="Content Placeholder 1">
            <a:extLst>
              <a:ext uri="{FF2B5EF4-FFF2-40B4-BE49-F238E27FC236}">
                <a16:creationId xmlns:a16="http://schemas.microsoft.com/office/drawing/2014/main" id="{F922DFD9-80C6-8B60-EE69-5B18C03CC9CC}"/>
              </a:ext>
            </a:extLst>
          </p:cNvPr>
          <p:cNvSpPr>
            <a:spLocks noGrp="1"/>
          </p:cNvSpPr>
          <p:nvPr>
            <p:ph idx="1"/>
          </p:nvPr>
        </p:nvSpPr>
        <p:spPr>
          <a:xfrm>
            <a:off x="381600" y="1165860"/>
            <a:ext cx="11427282" cy="5097600"/>
          </a:xfrm>
        </p:spPr>
        <p:txBody>
          <a:bodyPr>
            <a:normAutofit/>
          </a:bodyPr>
          <a:lstStyle/>
          <a:p>
            <a:pPr marL="285750" indent="-285750">
              <a:buFont typeface="Wingdings" panose="05000000000000000000" pitchFamily="2" charset="2"/>
              <a:buChar char="Ø"/>
            </a:pPr>
            <a:r>
              <a:rPr lang="en-US" dirty="0"/>
              <a:t>There are some special features of quorum configuration that you can set when you create a cluster with the </a:t>
            </a:r>
            <a:r>
              <a:rPr lang="en-US" b="1" dirty="0"/>
              <a:t>pcs cluster setup </a:t>
            </a:r>
            <a:r>
              <a:rPr lang="en-US" dirty="0"/>
              <a:t>command.  </a:t>
            </a:r>
            <a:br>
              <a:rPr lang="en-US" dirty="0"/>
            </a:br>
            <a:endParaRPr lang="en-US" dirty="0"/>
          </a:p>
          <a:p>
            <a:r>
              <a:rPr lang="en-US" dirty="0"/>
              <a:t>     </a:t>
            </a:r>
            <a:r>
              <a:rPr lang="en-US" b="1" dirty="0"/>
              <a:t>auto_tie_breaker </a:t>
            </a:r>
            <a:r>
              <a:rPr lang="en-US" dirty="0"/>
              <a:t>-    The cluster partition, or the set of nodes that are still in contact with  </a:t>
            </a:r>
            <a:br>
              <a:rPr lang="en-US" dirty="0"/>
            </a:br>
            <a:r>
              <a:rPr lang="en-US" dirty="0"/>
              <a:t>                                          the nodeid configured in </a:t>
            </a:r>
            <a:r>
              <a:rPr lang="en-US" dirty="0" err="1"/>
              <a:t>auto_tie_breaker_node</a:t>
            </a:r>
            <a:r>
              <a:rPr lang="en-US" dirty="0"/>
              <a:t> (or lowest nodeid if not set), will </a:t>
            </a:r>
            <a:br>
              <a:rPr lang="en-US" dirty="0"/>
            </a:br>
            <a:r>
              <a:rPr lang="en-US" dirty="0"/>
              <a:t>                                          remain quorate. The other nodes will be inquorate. The auto_tie_breaker option is      </a:t>
            </a:r>
            <a:br>
              <a:rPr lang="en-US" dirty="0"/>
            </a:br>
            <a:r>
              <a:rPr lang="en-US" dirty="0"/>
              <a:t>                                          principally used for clusters with an even number of nodes, as it allows the cluster </a:t>
            </a:r>
            <a:br>
              <a:rPr lang="en-US" dirty="0"/>
            </a:br>
            <a:r>
              <a:rPr lang="en-US" dirty="0"/>
              <a:t>                                          to continue operation with an even split. </a:t>
            </a:r>
            <a:br>
              <a:rPr lang="en-US" dirty="0"/>
            </a:br>
            <a:r>
              <a:rPr lang="en-US" dirty="0"/>
              <a:t>                                          </a:t>
            </a:r>
            <a:r>
              <a:rPr lang="en-US" b="1" dirty="0">
                <a:highlight>
                  <a:srgbClr val="FFFF00"/>
                </a:highlight>
              </a:rPr>
              <a:t>The auto_tie_breaker option is incompatible with quorum devices.</a:t>
            </a:r>
          </a:p>
          <a:p>
            <a:r>
              <a:rPr lang="en-US" dirty="0"/>
              <a:t>     </a:t>
            </a:r>
            <a:r>
              <a:rPr lang="en-US" b="1" dirty="0"/>
              <a:t>wait_for_all   -                </a:t>
            </a:r>
            <a:r>
              <a:rPr lang="en-US" dirty="0"/>
              <a:t>The wait_for_all option is automatically enabled when a cluster has two nodes, does </a:t>
            </a:r>
            <a:br>
              <a:rPr lang="en-US" dirty="0"/>
            </a:br>
            <a:r>
              <a:rPr lang="en-US" dirty="0"/>
              <a:t>                                          not use a quorum device, and auto_tie_breaker is disabled. </a:t>
            </a:r>
            <a:br>
              <a:rPr lang="en-US" dirty="0"/>
            </a:br>
            <a:r>
              <a:rPr lang="en-US" dirty="0"/>
              <a:t>                                          cluster members to be online before starting to </a:t>
            </a:r>
            <a:r>
              <a:rPr lang="en-US"/>
              <a:t>calculate quorum.</a:t>
            </a:r>
            <a:endParaRPr lang="en-US" dirty="0"/>
          </a:p>
          <a:p>
            <a:r>
              <a:rPr lang="en-US" dirty="0"/>
              <a:t>     </a:t>
            </a:r>
            <a:r>
              <a:rPr lang="en-US" b="1" dirty="0"/>
              <a:t>last_man_standing - </a:t>
            </a:r>
            <a:r>
              <a:rPr lang="en-US" dirty="0"/>
              <a:t>When enabled, the cluster can dynamically recalculate expected votes and </a:t>
            </a:r>
            <a:br>
              <a:rPr lang="en-US" dirty="0"/>
            </a:br>
            <a:r>
              <a:rPr lang="en-US" dirty="0"/>
              <a:t>                                           quorum under specific circumstances. You must enable wait_for_all when you </a:t>
            </a:r>
            <a:br>
              <a:rPr lang="en-US" dirty="0"/>
            </a:br>
            <a:r>
              <a:rPr lang="en-US" dirty="0"/>
              <a:t>                                           enable this option.</a:t>
            </a:r>
          </a:p>
        </p:txBody>
      </p:sp>
    </p:spTree>
    <p:extLst>
      <p:ext uri="{BB962C8B-B14F-4D97-AF65-F5344CB8AC3E}">
        <p14:creationId xmlns:p14="http://schemas.microsoft.com/office/powerpoint/2010/main" val="4196383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80524-B416-6DE9-9CCC-2AB83C157CD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5A51C9-10FB-5140-FCD2-1322E1046A4F}"/>
              </a:ext>
            </a:extLst>
          </p:cNvPr>
          <p:cNvSpPr>
            <a:spLocks noGrp="1"/>
          </p:cNvSpPr>
          <p:nvPr>
            <p:ph idx="1"/>
          </p:nvPr>
        </p:nvSpPr>
        <p:spPr>
          <a:xfrm>
            <a:off x="381600" y="1165860"/>
            <a:ext cx="5153961" cy="5097600"/>
          </a:xfrm>
        </p:spPr>
        <p:txBody>
          <a:bodyPr>
            <a:normAutofit lnSpcReduction="10000"/>
          </a:bodyPr>
          <a:lstStyle/>
          <a:p>
            <a:r>
              <a:rPr lang="en-US" sz="2000" b="1" dirty="0"/>
              <a:t>Corosync Vote quorum</a:t>
            </a:r>
            <a:endParaRPr lang="en-US" b="1" dirty="0"/>
          </a:p>
          <a:p>
            <a:pPr marL="285750" indent="-285750">
              <a:buFont typeface="Wingdings" panose="05000000000000000000" pitchFamily="2" charset="2"/>
              <a:buChar char="Ø"/>
            </a:pPr>
            <a:r>
              <a:rPr lang="en-US" dirty="0"/>
              <a:t>Quorum decides how many guests can fail</a:t>
            </a:r>
            <a:br>
              <a:rPr lang="en-US" dirty="0"/>
            </a:br>
            <a:r>
              <a:rPr lang="en-US" dirty="0"/>
              <a:t>before the cluster becomes non-operational.</a:t>
            </a:r>
          </a:p>
          <a:p>
            <a:pPr marL="285750" indent="-285750">
              <a:buFont typeface="Wingdings" panose="05000000000000000000" pitchFamily="2" charset="2"/>
              <a:buChar char="Ø"/>
            </a:pPr>
            <a:r>
              <a:rPr lang="en-US" dirty="0"/>
              <a:t>Quantity of votes are assigned to the systems.</a:t>
            </a:r>
          </a:p>
          <a:p>
            <a:pPr marL="285750" indent="-285750">
              <a:buFont typeface="Wingdings" panose="05000000000000000000" pitchFamily="2" charset="2"/>
              <a:buChar char="Ø"/>
            </a:pPr>
            <a:r>
              <a:rPr lang="en-US" dirty="0"/>
              <a:t>Only when a majority of votes are present the cluster operations are allowed to proceed.</a:t>
            </a:r>
          </a:p>
          <a:p>
            <a:pPr marL="285750" indent="-285750">
              <a:buFont typeface="Wingdings" panose="05000000000000000000" pitchFamily="2" charset="2"/>
              <a:buChar char="Ø"/>
            </a:pPr>
            <a:r>
              <a:rPr lang="en-US" dirty="0"/>
              <a:t>With 1 CEC an uneven amount of nodes ensures quorum when 1 node fails.</a:t>
            </a:r>
          </a:p>
          <a:p>
            <a:pPr marL="285750" indent="-285750">
              <a:buFont typeface="Wingdings" panose="05000000000000000000" pitchFamily="2" charset="2"/>
              <a:buChar char="Ø"/>
            </a:pPr>
            <a:r>
              <a:rPr lang="en-US" dirty="0"/>
              <a:t>With 2 CECs you either need:</a:t>
            </a:r>
            <a:br>
              <a:rPr lang="en-US" dirty="0"/>
            </a:br>
            <a:r>
              <a:rPr lang="en-US" sz="1600" dirty="0"/>
              <a:t>a) A third cluster member on a neutral/third side.</a:t>
            </a:r>
            <a:br>
              <a:rPr lang="en-US" sz="1600" dirty="0"/>
            </a:br>
            <a:r>
              <a:rPr lang="en-US" sz="1600" dirty="0"/>
              <a:t>b) Or a quorum server on a neutral/third side which only votes but does not participate otherwise</a:t>
            </a:r>
            <a:r>
              <a:rPr lang="en-US" dirty="0"/>
              <a:t>.</a:t>
            </a:r>
          </a:p>
          <a:p>
            <a:r>
              <a:rPr lang="en-US" dirty="0"/>
              <a:t>(See next slides for reasons on why a third side is needed)</a:t>
            </a:r>
            <a:endParaRPr lang="en-GB" dirty="0"/>
          </a:p>
        </p:txBody>
      </p:sp>
      <p:sp>
        <p:nvSpPr>
          <p:cNvPr id="3" name="Title 2">
            <a:extLst>
              <a:ext uri="{FF2B5EF4-FFF2-40B4-BE49-F238E27FC236}">
                <a16:creationId xmlns:a16="http://schemas.microsoft.com/office/drawing/2014/main" id="{CD1077D6-214B-FF37-0359-0453396439E5}"/>
              </a:ext>
            </a:extLst>
          </p:cNvPr>
          <p:cNvSpPr>
            <a:spLocks noGrp="1"/>
          </p:cNvSpPr>
          <p:nvPr>
            <p:ph type="title"/>
          </p:nvPr>
        </p:nvSpPr>
        <p:spPr/>
        <p:txBody>
          <a:bodyPr/>
          <a:lstStyle/>
          <a:p>
            <a:r>
              <a:rPr lang="en-US" dirty="0"/>
              <a:t>Red Hat Pacemaker HA Cluster Node Setup</a:t>
            </a:r>
            <a:endParaRPr lang="en-GB" dirty="0"/>
          </a:p>
        </p:txBody>
      </p:sp>
      <p:sp>
        <p:nvSpPr>
          <p:cNvPr id="4" name="Footer Placeholder 3">
            <a:extLst>
              <a:ext uri="{FF2B5EF4-FFF2-40B4-BE49-F238E27FC236}">
                <a16:creationId xmlns:a16="http://schemas.microsoft.com/office/drawing/2014/main" id="{9BBACEA7-3969-E303-01AF-CE8CB0DF2157}"/>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8D537821-06E1-7A69-3908-596D51256666}"/>
              </a:ext>
            </a:extLst>
          </p:cNvPr>
          <p:cNvSpPr>
            <a:spLocks noGrp="1"/>
          </p:cNvSpPr>
          <p:nvPr>
            <p:ph type="sldNum" sz="quarter" idx="11"/>
          </p:nvPr>
        </p:nvSpPr>
        <p:spPr/>
        <p:txBody>
          <a:bodyPr/>
          <a:lstStyle/>
          <a:p>
            <a:fld id="{C0388CE4-E87A-43A8-A4DA-5AAB8529E0B0}" type="slidenum">
              <a:rPr lang="en-US" smtClean="0"/>
              <a:pPr/>
              <a:t>18</a:t>
            </a:fld>
            <a:endParaRPr lang="en-US" dirty="0"/>
          </a:p>
        </p:txBody>
      </p:sp>
      <p:pic>
        <p:nvPicPr>
          <p:cNvPr id="6" name="Picture 5">
            <a:extLst>
              <a:ext uri="{FF2B5EF4-FFF2-40B4-BE49-F238E27FC236}">
                <a16:creationId xmlns:a16="http://schemas.microsoft.com/office/drawing/2014/main" id="{55EE217B-5DCB-CDA0-F108-643D17A161AC}"/>
              </a:ext>
            </a:extLst>
          </p:cNvPr>
          <p:cNvPicPr>
            <a:picLocks noChangeAspect="1"/>
          </p:cNvPicPr>
          <p:nvPr/>
        </p:nvPicPr>
        <p:blipFill>
          <a:blip r:embed="rId2"/>
          <a:stretch>
            <a:fillRect/>
          </a:stretch>
        </p:blipFill>
        <p:spPr>
          <a:xfrm>
            <a:off x="5535561" y="772163"/>
            <a:ext cx="6528350" cy="2823142"/>
          </a:xfrm>
          <a:prstGeom prst="rect">
            <a:avLst/>
          </a:prstGeom>
        </p:spPr>
      </p:pic>
      <p:pic>
        <p:nvPicPr>
          <p:cNvPr id="7" name="Picture 6">
            <a:extLst>
              <a:ext uri="{FF2B5EF4-FFF2-40B4-BE49-F238E27FC236}">
                <a16:creationId xmlns:a16="http://schemas.microsoft.com/office/drawing/2014/main" id="{3B8EAF0D-6BD9-ABB5-5D3A-B1950E37B7C1}"/>
              </a:ext>
            </a:extLst>
          </p:cNvPr>
          <p:cNvPicPr>
            <a:picLocks noChangeAspect="1"/>
          </p:cNvPicPr>
          <p:nvPr/>
        </p:nvPicPr>
        <p:blipFill>
          <a:blip r:embed="rId3"/>
          <a:stretch>
            <a:fillRect/>
          </a:stretch>
        </p:blipFill>
        <p:spPr>
          <a:xfrm>
            <a:off x="5535561" y="3613455"/>
            <a:ext cx="6528350" cy="2681864"/>
          </a:xfrm>
          <a:prstGeom prst="rect">
            <a:avLst/>
          </a:prstGeom>
        </p:spPr>
      </p:pic>
    </p:spTree>
    <p:extLst>
      <p:ext uri="{BB962C8B-B14F-4D97-AF65-F5344CB8AC3E}">
        <p14:creationId xmlns:p14="http://schemas.microsoft.com/office/powerpoint/2010/main" val="3307173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90A32-12CD-82DC-A6F1-61DF41DAC67C}"/>
              </a:ext>
            </a:extLst>
          </p:cNvPr>
          <p:cNvSpPr>
            <a:spLocks noGrp="1"/>
          </p:cNvSpPr>
          <p:nvPr>
            <p:ph type="title"/>
          </p:nvPr>
        </p:nvSpPr>
        <p:spPr/>
        <p:txBody>
          <a:bodyPr/>
          <a:lstStyle/>
          <a:p>
            <a:r>
              <a:rPr lang="en-US" dirty="0"/>
              <a:t>Quorum – 2/3-Nodes Challenges</a:t>
            </a:r>
            <a:endParaRPr lang="en-GB" dirty="0"/>
          </a:p>
        </p:txBody>
      </p:sp>
      <p:sp>
        <p:nvSpPr>
          <p:cNvPr id="4" name="Footer Placeholder 3">
            <a:extLst>
              <a:ext uri="{FF2B5EF4-FFF2-40B4-BE49-F238E27FC236}">
                <a16:creationId xmlns:a16="http://schemas.microsoft.com/office/drawing/2014/main" id="{AC4C3A7A-1942-9D87-CD9C-4E5873B95AC6}"/>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C4467E4A-82BD-9CAC-47C6-7A7DD87BC8C6}"/>
              </a:ext>
            </a:extLst>
          </p:cNvPr>
          <p:cNvSpPr>
            <a:spLocks noGrp="1"/>
          </p:cNvSpPr>
          <p:nvPr>
            <p:ph type="sldNum" sz="quarter" idx="11"/>
          </p:nvPr>
        </p:nvSpPr>
        <p:spPr/>
        <p:txBody>
          <a:bodyPr/>
          <a:lstStyle/>
          <a:p>
            <a:fld id="{C0388CE4-E87A-43A8-A4DA-5AAB8529E0B0}" type="slidenum">
              <a:rPr lang="en-US" smtClean="0"/>
              <a:pPr/>
              <a:t>19</a:t>
            </a:fld>
            <a:endParaRPr lang="en-US" dirty="0"/>
          </a:p>
        </p:txBody>
      </p:sp>
      <p:pic>
        <p:nvPicPr>
          <p:cNvPr id="6" name="Content Placeholder 6">
            <a:extLst>
              <a:ext uri="{FF2B5EF4-FFF2-40B4-BE49-F238E27FC236}">
                <a16:creationId xmlns:a16="http://schemas.microsoft.com/office/drawing/2014/main" id="{D4CC9323-E84D-3D50-EF68-82DFEDD97573}"/>
              </a:ext>
            </a:extLst>
          </p:cNvPr>
          <p:cNvPicPr>
            <a:picLocks noGrp="1" noChangeAspect="1"/>
          </p:cNvPicPr>
          <p:nvPr>
            <p:ph idx="1"/>
          </p:nvPr>
        </p:nvPicPr>
        <p:blipFill>
          <a:blip r:embed="rId2"/>
          <a:stretch>
            <a:fillRect/>
          </a:stretch>
        </p:blipFill>
        <p:spPr>
          <a:xfrm>
            <a:off x="400344" y="1005027"/>
            <a:ext cx="10922834" cy="2473900"/>
          </a:xfrm>
          <a:prstGeom prst="rect">
            <a:avLst/>
          </a:prstGeom>
          <a:ln w="57150">
            <a:noFill/>
            <a:miter lim="800000"/>
          </a:ln>
        </p:spPr>
      </p:pic>
      <p:pic>
        <p:nvPicPr>
          <p:cNvPr id="7" name="Picture 6">
            <a:extLst>
              <a:ext uri="{FF2B5EF4-FFF2-40B4-BE49-F238E27FC236}">
                <a16:creationId xmlns:a16="http://schemas.microsoft.com/office/drawing/2014/main" id="{BE3C8CEA-3C0F-C1F0-B1C3-79446990E13D}"/>
              </a:ext>
            </a:extLst>
          </p:cNvPr>
          <p:cNvPicPr>
            <a:picLocks noChangeAspect="1"/>
          </p:cNvPicPr>
          <p:nvPr/>
        </p:nvPicPr>
        <p:blipFill>
          <a:blip r:embed="rId3"/>
          <a:stretch>
            <a:fillRect/>
          </a:stretch>
        </p:blipFill>
        <p:spPr>
          <a:xfrm>
            <a:off x="400344" y="3478927"/>
            <a:ext cx="10922834" cy="2650410"/>
          </a:xfrm>
          <a:prstGeom prst="rect">
            <a:avLst/>
          </a:prstGeom>
        </p:spPr>
      </p:pic>
    </p:spTree>
    <p:extLst>
      <p:ext uri="{BB962C8B-B14F-4D97-AF65-F5344CB8AC3E}">
        <p14:creationId xmlns:p14="http://schemas.microsoft.com/office/powerpoint/2010/main" val="2508673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121520-BBD3-FBC8-BD35-9B79410EAE16}"/>
              </a:ext>
            </a:extLst>
          </p:cNvPr>
          <p:cNvSpPr>
            <a:spLocks noGrp="1"/>
          </p:cNvSpPr>
          <p:nvPr>
            <p:ph idx="1"/>
          </p:nvPr>
        </p:nvSpPr>
        <p:spPr>
          <a:xfrm>
            <a:off x="381599" y="1165861"/>
            <a:ext cx="11404800" cy="2263140"/>
          </a:xfrm>
        </p:spPr>
        <p:txBody>
          <a:bodyPr>
            <a:normAutofit fontScale="77500" lnSpcReduction="20000"/>
          </a:bodyPr>
          <a:lstStyle/>
          <a:p>
            <a:pPr marL="0" lvl="1" indent="0">
              <a:buNone/>
            </a:pPr>
            <a:r>
              <a:rPr lang="en-US" sz="2600" dirty="0"/>
              <a:t>High availability cluster configurations can be grouped into two subsets.</a:t>
            </a:r>
          </a:p>
          <a:p>
            <a:pPr marL="228600" lvl="1" indent="0">
              <a:buNone/>
            </a:pPr>
            <a:endParaRPr lang="en-US" dirty="0"/>
          </a:p>
          <a:p>
            <a:pPr marL="342900" indent="-342900">
              <a:buFont typeface="Wingdings" panose="05000000000000000000" pitchFamily="2" charset="2"/>
              <a:buChar char="q"/>
            </a:pPr>
            <a:r>
              <a:rPr lang="en-US" sz="2000" b="1" dirty="0"/>
              <a:t> 1.  </a:t>
            </a:r>
            <a:r>
              <a:rPr lang="en-US" sz="2000" b="1" u="sng" dirty="0">
                <a:highlight>
                  <a:srgbClr val="FFFF00"/>
                </a:highlight>
              </a:rPr>
              <a:t>Active-Active</a:t>
            </a:r>
            <a:r>
              <a:rPr lang="en-US" sz="2000" b="1" dirty="0"/>
              <a:t> - </a:t>
            </a:r>
            <a:r>
              <a:rPr lang="en-US" sz="2000" dirty="0"/>
              <a:t>high availability clusters, where a service runs on multiple nodes, thus leading to shorter failover      </a:t>
            </a:r>
            <a:br>
              <a:rPr lang="en-US" sz="2000" dirty="0"/>
            </a:br>
            <a:r>
              <a:rPr lang="en-US" sz="2000" dirty="0"/>
              <a:t>                                  times. The main goal of these type of clusters is to perform </a:t>
            </a:r>
            <a:r>
              <a:rPr lang="en-US" sz="2000" b="1" dirty="0">
                <a:highlight>
                  <a:srgbClr val="FFFF00"/>
                </a:highlight>
              </a:rPr>
              <a:t>Load balancing</a:t>
            </a:r>
            <a:r>
              <a:rPr lang="en-US" sz="2000" dirty="0"/>
              <a:t>, and thus, they can </a:t>
            </a:r>
            <a:br>
              <a:rPr lang="en-US" sz="2000" dirty="0"/>
            </a:br>
            <a:r>
              <a:rPr lang="en-US" sz="2000" dirty="0"/>
              <a:t>                                  scale to many instances handling higher loads. However, they require load balancer devices to </a:t>
            </a:r>
            <a:br>
              <a:rPr lang="en-US" sz="2000" dirty="0"/>
            </a:br>
            <a:r>
              <a:rPr lang="en-US" sz="2000" dirty="0"/>
              <a:t>                                  perform this load balancing.</a:t>
            </a:r>
            <a:br>
              <a:rPr lang="en-US" sz="2000" dirty="0"/>
            </a:br>
            <a:br>
              <a:rPr lang="en-US" sz="2000" dirty="0"/>
            </a:br>
            <a:r>
              <a:rPr lang="en-US" sz="2000" dirty="0"/>
              <a:t>     </a:t>
            </a:r>
            <a:r>
              <a:rPr lang="en-US" sz="2000" b="1" dirty="0">
                <a:highlight>
                  <a:srgbClr val="FFFF00"/>
                </a:highlight>
              </a:rPr>
              <a:t>Active -Active HA clusters</a:t>
            </a:r>
            <a:r>
              <a:rPr lang="en-US" sz="2000" dirty="0">
                <a:highlight>
                  <a:srgbClr val="FFFF00"/>
                </a:highlight>
              </a:rPr>
              <a:t> </a:t>
            </a:r>
            <a:r>
              <a:rPr lang="en-US" sz="2000" dirty="0"/>
              <a:t>can be as small as only two nodes. If one node fails, then the cluster redirects all the   </a:t>
            </a:r>
            <a:br>
              <a:rPr lang="en-US" sz="2000" dirty="0"/>
            </a:br>
            <a:r>
              <a:rPr lang="en-US" sz="2000" dirty="0"/>
              <a:t>     workload to the rest of the nodes. When the failing node recovers, then the cluster distributes again the workload </a:t>
            </a:r>
            <a:br>
              <a:rPr lang="en-US" sz="2000" dirty="0"/>
            </a:br>
            <a:r>
              <a:rPr lang="en-US" sz="2000" dirty="0"/>
              <a:t>     between the available nodes.</a:t>
            </a:r>
          </a:p>
          <a:p>
            <a:endParaRPr lang="en-GB" dirty="0"/>
          </a:p>
        </p:txBody>
      </p:sp>
      <p:sp>
        <p:nvSpPr>
          <p:cNvPr id="3" name="Title 2">
            <a:extLst>
              <a:ext uri="{FF2B5EF4-FFF2-40B4-BE49-F238E27FC236}">
                <a16:creationId xmlns:a16="http://schemas.microsoft.com/office/drawing/2014/main" id="{A11D96DF-9BDE-720C-2EBB-86FDE9C1D571}"/>
              </a:ext>
            </a:extLst>
          </p:cNvPr>
          <p:cNvSpPr>
            <a:spLocks noGrp="1"/>
          </p:cNvSpPr>
          <p:nvPr>
            <p:ph type="title"/>
          </p:nvPr>
        </p:nvSpPr>
        <p:spPr/>
        <p:txBody>
          <a:bodyPr/>
          <a:lstStyle/>
          <a:p>
            <a:r>
              <a:rPr lang="en-US" dirty="0"/>
              <a:t>Introducing High Availability Cluster Configurations</a:t>
            </a:r>
            <a:endParaRPr lang="en-GB" dirty="0"/>
          </a:p>
        </p:txBody>
      </p:sp>
      <p:sp>
        <p:nvSpPr>
          <p:cNvPr id="4" name="Footer Placeholder 3">
            <a:extLst>
              <a:ext uri="{FF2B5EF4-FFF2-40B4-BE49-F238E27FC236}">
                <a16:creationId xmlns:a16="http://schemas.microsoft.com/office/drawing/2014/main" id="{F872C3DD-14BB-F92D-AA05-B6B2FE10EFBD}"/>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FC64B296-5EB1-BE77-A288-C5946F9600AD}"/>
              </a:ext>
            </a:extLst>
          </p:cNvPr>
          <p:cNvSpPr>
            <a:spLocks noGrp="1"/>
          </p:cNvSpPr>
          <p:nvPr>
            <p:ph type="sldNum" sz="quarter" idx="11"/>
          </p:nvPr>
        </p:nvSpPr>
        <p:spPr/>
        <p:txBody>
          <a:bodyPr/>
          <a:lstStyle/>
          <a:p>
            <a:fld id="{C0388CE4-E87A-43A8-A4DA-5AAB8529E0B0}" type="slidenum">
              <a:rPr lang="en-US" smtClean="0"/>
              <a:pPr/>
              <a:t>20</a:t>
            </a:fld>
            <a:endParaRPr lang="en-US" dirty="0"/>
          </a:p>
        </p:txBody>
      </p:sp>
      <p:pic>
        <p:nvPicPr>
          <p:cNvPr id="6" name="Picture 5">
            <a:extLst>
              <a:ext uri="{FF2B5EF4-FFF2-40B4-BE49-F238E27FC236}">
                <a16:creationId xmlns:a16="http://schemas.microsoft.com/office/drawing/2014/main" id="{EAC010E3-26C9-B9FA-87BA-90EA99A6E45E}"/>
              </a:ext>
            </a:extLst>
          </p:cNvPr>
          <p:cNvPicPr>
            <a:picLocks noChangeAspect="1"/>
          </p:cNvPicPr>
          <p:nvPr/>
        </p:nvPicPr>
        <p:blipFill>
          <a:blip r:embed="rId2"/>
          <a:stretch>
            <a:fillRect/>
          </a:stretch>
        </p:blipFill>
        <p:spPr>
          <a:xfrm>
            <a:off x="415948" y="3429000"/>
            <a:ext cx="11498270" cy="2593983"/>
          </a:xfrm>
          <a:prstGeom prst="rect">
            <a:avLst/>
          </a:prstGeom>
          <a:ln>
            <a:solidFill>
              <a:schemeClr val="tx1"/>
            </a:solidFill>
          </a:ln>
        </p:spPr>
      </p:pic>
    </p:spTree>
    <p:extLst>
      <p:ext uri="{BB962C8B-B14F-4D97-AF65-F5344CB8AC3E}">
        <p14:creationId xmlns:p14="http://schemas.microsoft.com/office/powerpoint/2010/main" val="674860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F2499-E546-01F8-01D9-2B6392061E5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E440F1-1E65-EFFE-AFB2-DE45AFA2DCF9}"/>
              </a:ext>
            </a:extLst>
          </p:cNvPr>
          <p:cNvSpPr>
            <a:spLocks noGrp="1"/>
          </p:cNvSpPr>
          <p:nvPr>
            <p:ph idx="1"/>
          </p:nvPr>
        </p:nvSpPr>
        <p:spPr>
          <a:xfrm>
            <a:off x="381599" y="1165861"/>
            <a:ext cx="11404800" cy="2078784"/>
          </a:xfrm>
        </p:spPr>
        <p:txBody>
          <a:bodyPr>
            <a:normAutofit/>
          </a:bodyPr>
          <a:lstStyle/>
          <a:p>
            <a:pPr marL="285750" indent="-285750">
              <a:buFont typeface="Wingdings" panose="05000000000000000000" pitchFamily="2" charset="2"/>
              <a:buChar char="q"/>
            </a:pPr>
            <a:r>
              <a:rPr lang="en-US" b="1" dirty="0"/>
              <a:t>2.  </a:t>
            </a:r>
            <a:r>
              <a:rPr lang="en-US" b="1" u="sng" dirty="0">
                <a:highlight>
                  <a:srgbClr val="FFFF00"/>
                </a:highlight>
              </a:rPr>
              <a:t>Active-Passive</a:t>
            </a:r>
            <a:r>
              <a:rPr lang="en-US" b="1" dirty="0"/>
              <a:t> - </a:t>
            </a:r>
            <a:r>
              <a:rPr lang="en-US" dirty="0"/>
              <a:t>high availability clusters, where a service only runs on one node at a time. When                                         </a:t>
            </a:r>
            <a:br>
              <a:rPr lang="en-US" dirty="0"/>
            </a:br>
            <a:r>
              <a:rPr lang="en-US" dirty="0"/>
              <a:t>                                    one node fails, then the only then the cluster starts the service on another one to         </a:t>
            </a:r>
            <a:br>
              <a:rPr lang="en-US" dirty="0"/>
            </a:br>
            <a:r>
              <a:rPr lang="en-US" dirty="0"/>
              <a:t>                                    replace it. This configuration requires </a:t>
            </a:r>
            <a:r>
              <a:rPr lang="en-US" b="1" i="1" dirty="0">
                <a:highlight>
                  <a:srgbClr val="FFFF00"/>
                </a:highlight>
              </a:rPr>
              <a:t>Fencing</a:t>
            </a:r>
            <a:r>
              <a:rPr lang="en-US" i="1" dirty="0"/>
              <a:t> </a:t>
            </a:r>
            <a:r>
              <a:rPr lang="en-US" dirty="0"/>
              <a:t>to restrict the access of an </a:t>
            </a:r>
            <a:br>
              <a:rPr lang="en-US" dirty="0"/>
            </a:br>
            <a:r>
              <a:rPr lang="en-US" dirty="0"/>
              <a:t>                                    unresponsive node to the cluster resources, avoiding corruption on the cluster. </a:t>
            </a:r>
            <a:br>
              <a:rPr lang="en-US" dirty="0"/>
            </a:br>
            <a:r>
              <a:rPr lang="en-US" dirty="0"/>
              <a:t>    </a:t>
            </a:r>
            <a:r>
              <a:rPr lang="en-US" b="1" dirty="0">
                <a:highlight>
                  <a:srgbClr val="FFFF00"/>
                </a:highlight>
              </a:rPr>
              <a:t>Fencing</a:t>
            </a:r>
            <a:r>
              <a:rPr lang="en-US" dirty="0"/>
              <a:t> is covered more in detail later in this course.</a:t>
            </a:r>
            <a:endParaRPr lang="en-US" sz="2000" dirty="0"/>
          </a:p>
          <a:p>
            <a:endParaRPr lang="en-GB" dirty="0"/>
          </a:p>
        </p:txBody>
      </p:sp>
      <p:sp>
        <p:nvSpPr>
          <p:cNvPr id="3" name="Title 2">
            <a:extLst>
              <a:ext uri="{FF2B5EF4-FFF2-40B4-BE49-F238E27FC236}">
                <a16:creationId xmlns:a16="http://schemas.microsoft.com/office/drawing/2014/main" id="{E9D0CAE2-BC6D-2F0F-BBF5-D45CBBE97672}"/>
              </a:ext>
            </a:extLst>
          </p:cNvPr>
          <p:cNvSpPr>
            <a:spLocks noGrp="1"/>
          </p:cNvSpPr>
          <p:nvPr>
            <p:ph type="title"/>
          </p:nvPr>
        </p:nvSpPr>
        <p:spPr/>
        <p:txBody>
          <a:bodyPr/>
          <a:lstStyle/>
          <a:p>
            <a:r>
              <a:rPr lang="en-US" dirty="0"/>
              <a:t>Introducing High Availability Cluster Configurations</a:t>
            </a:r>
            <a:endParaRPr lang="en-GB" dirty="0"/>
          </a:p>
        </p:txBody>
      </p:sp>
      <p:sp>
        <p:nvSpPr>
          <p:cNvPr id="4" name="Footer Placeholder 3">
            <a:extLst>
              <a:ext uri="{FF2B5EF4-FFF2-40B4-BE49-F238E27FC236}">
                <a16:creationId xmlns:a16="http://schemas.microsoft.com/office/drawing/2014/main" id="{A5BA6296-87C9-03DA-C84D-4DA01402E16C}"/>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105E838D-853B-F9BE-50FC-31411EA072F9}"/>
              </a:ext>
            </a:extLst>
          </p:cNvPr>
          <p:cNvSpPr>
            <a:spLocks noGrp="1"/>
          </p:cNvSpPr>
          <p:nvPr>
            <p:ph type="sldNum" sz="quarter" idx="11"/>
          </p:nvPr>
        </p:nvSpPr>
        <p:spPr/>
        <p:txBody>
          <a:bodyPr/>
          <a:lstStyle/>
          <a:p>
            <a:fld id="{C0388CE4-E87A-43A8-A4DA-5AAB8529E0B0}" type="slidenum">
              <a:rPr lang="en-US" smtClean="0"/>
              <a:pPr/>
              <a:t>21</a:t>
            </a:fld>
            <a:endParaRPr lang="en-US" dirty="0"/>
          </a:p>
        </p:txBody>
      </p:sp>
      <p:pic>
        <p:nvPicPr>
          <p:cNvPr id="7" name="Picture 6">
            <a:extLst>
              <a:ext uri="{FF2B5EF4-FFF2-40B4-BE49-F238E27FC236}">
                <a16:creationId xmlns:a16="http://schemas.microsoft.com/office/drawing/2014/main" id="{5BDA1D40-EBA2-D959-4BE5-94685B70E1B5}"/>
              </a:ext>
            </a:extLst>
          </p:cNvPr>
          <p:cNvPicPr>
            <a:picLocks noChangeAspect="1"/>
          </p:cNvPicPr>
          <p:nvPr/>
        </p:nvPicPr>
        <p:blipFill>
          <a:blip r:embed="rId2"/>
          <a:stretch>
            <a:fillRect/>
          </a:stretch>
        </p:blipFill>
        <p:spPr>
          <a:xfrm>
            <a:off x="388930" y="3141552"/>
            <a:ext cx="11498270" cy="2987785"/>
          </a:xfrm>
          <a:prstGeom prst="rect">
            <a:avLst/>
          </a:prstGeom>
        </p:spPr>
      </p:pic>
    </p:spTree>
    <p:extLst>
      <p:ext uri="{BB962C8B-B14F-4D97-AF65-F5344CB8AC3E}">
        <p14:creationId xmlns:p14="http://schemas.microsoft.com/office/powerpoint/2010/main" val="2359599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CA4846F-1D6F-0AC7-868B-B10013AB1E11}"/>
              </a:ext>
            </a:extLst>
          </p:cNvPr>
          <p:cNvSpPr>
            <a:spLocks noGrp="1"/>
          </p:cNvSpPr>
          <p:nvPr>
            <p:ph type="ftr" sz="quarter" idx="10"/>
          </p:nvPr>
        </p:nvSpPr>
        <p:spPr/>
        <p:txBody>
          <a:bodyPr/>
          <a:lstStyle/>
          <a:p>
            <a:pPr algn="r"/>
            <a:r>
              <a:rPr lang="en-US"/>
              <a:t>Confidential | Authorized HPE Partner Use Only</a:t>
            </a:r>
            <a:endParaRPr lang="en-US" dirty="0"/>
          </a:p>
        </p:txBody>
      </p:sp>
      <p:sp>
        <p:nvSpPr>
          <p:cNvPr id="5" name="Slide Number Placeholder 4">
            <a:extLst>
              <a:ext uri="{FF2B5EF4-FFF2-40B4-BE49-F238E27FC236}">
                <a16:creationId xmlns:a16="http://schemas.microsoft.com/office/drawing/2014/main" id="{F53D580A-F7FE-FB1B-5CEC-15EBB30ECCE7}"/>
              </a:ext>
            </a:extLst>
          </p:cNvPr>
          <p:cNvSpPr>
            <a:spLocks noGrp="1"/>
          </p:cNvSpPr>
          <p:nvPr>
            <p:ph type="sldNum" sz="quarter" idx="11"/>
          </p:nvPr>
        </p:nvSpPr>
        <p:spPr/>
        <p:txBody>
          <a:bodyPr/>
          <a:lstStyle/>
          <a:p>
            <a:fld id="{C0388CE4-E87A-43A8-A4DA-5AAB8529E0B0}" type="slidenum">
              <a:rPr lang="en-US" smtClean="0"/>
              <a:pPr/>
              <a:t>22</a:t>
            </a:fld>
            <a:endParaRPr lang="en-US" dirty="0"/>
          </a:p>
        </p:txBody>
      </p:sp>
      <p:graphicFrame>
        <p:nvGraphicFramePr>
          <p:cNvPr id="14" name="Diagram 13">
            <a:extLst>
              <a:ext uri="{FF2B5EF4-FFF2-40B4-BE49-F238E27FC236}">
                <a16:creationId xmlns:a16="http://schemas.microsoft.com/office/drawing/2014/main" id="{13D34B4C-EDBE-4431-7742-722654C2B16F}"/>
              </a:ext>
            </a:extLst>
          </p:cNvPr>
          <p:cNvGraphicFramePr/>
          <p:nvPr>
            <p:extLst>
              <p:ext uri="{D42A27DB-BD31-4B8C-83A1-F6EECF244321}">
                <p14:modId xmlns:p14="http://schemas.microsoft.com/office/powerpoint/2010/main" val="2517589970"/>
              </p:ext>
            </p:extLst>
          </p:nvPr>
        </p:nvGraphicFramePr>
        <p:xfrm>
          <a:off x="393318" y="350398"/>
          <a:ext cx="11592205" cy="59847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5" name="Picture 14" descr="A hand holding a circle with text&#10;&#10;AI-generated content may be incorrect.">
            <a:extLst>
              <a:ext uri="{FF2B5EF4-FFF2-40B4-BE49-F238E27FC236}">
                <a16:creationId xmlns:a16="http://schemas.microsoft.com/office/drawing/2014/main" id="{088E0048-16E7-96E7-7329-D7BE8AC0BB5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8057" y="2252328"/>
            <a:ext cx="2427199" cy="2180868"/>
          </a:xfrm>
          <a:prstGeom prst="rect">
            <a:avLst/>
          </a:prstGeom>
        </p:spPr>
      </p:pic>
      <p:pic>
        <p:nvPicPr>
          <p:cNvPr id="16" name="Picture 15" descr="A red hat with black band&#10;&#10;AI-generated content may be incorrect.">
            <a:extLst>
              <a:ext uri="{FF2B5EF4-FFF2-40B4-BE49-F238E27FC236}">
                <a16:creationId xmlns:a16="http://schemas.microsoft.com/office/drawing/2014/main" id="{4D3C5015-AF63-7076-B2DF-D6961C73E0E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326411" y="2335132"/>
            <a:ext cx="1091718" cy="1093868"/>
          </a:xfrm>
          <a:prstGeom prst="rect">
            <a:avLst/>
          </a:prstGeom>
          <a:ln>
            <a:solidFill>
              <a:schemeClr val="tx1"/>
            </a:solidFill>
          </a:ln>
        </p:spPr>
      </p:pic>
      <p:pic>
        <p:nvPicPr>
          <p:cNvPr id="17" name="Picture 16" descr="A green lizard on a black background">
            <a:extLst>
              <a:ext uri="{FF2B5EF4-FFF2-40B4-BE49-F238E27FC236}">
                <a16:creationId xmlns:a16="http://schemas.microsoft.com/office/drawing/2014/main" id="{67956998-3B53-7034-A0D1-049FFBF9BE4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13280" y="2335132"/>
            <a:ext cx="1311356" cy="1093868"/>
          </a:xfrm>
          <a:prstGeom prst="rect">
            <a:avLst/>
          </a:prstGeom>
          <a:ln>
            <a:solidFill>
              <a:schemeClr val="tx1"/>
            </a:solidFill>
          </a:ln>
        </p:spPr>
      </p:pic>
      <p:pic>
        <p:nvPicPr>
          <p:cNvPr id="18" name="Picture 17" descr="A logo with a circle and a circle with a circle and a circle with a circle with a circle with a circle with a circle with a circle with a circle with a circle with a circle with&#10;&#10;AI-generated content may be incorrect.">
            <a:extLst>
              <a:ext uri="{FF2B5EF4-FFF2-40B4-BE49-F238E27FC236}">
                <a16:creationId xmlns:a16="http://schemas.microsoft.com/office/drawing/2014/main" id="{2CFBB1AD-FA7D-A3B7-75E0-D03DD09AFED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919787" y="2335132"/>
            <a:ext cx="1311356" cy="1093868"/>
          </a:xfrm>
          <a:prstGeom prst="rect">
            <a:avLst/>
          </a:prstGeom>
          <a:ln>
            <a:solidFill>
              <a:schemeClr val="tx1"/>
            </a:solidFill>
          </a:ln>
        </p:spPr>
      </p:pic>
      <p:pic>
        <p:nvPicPr>
          <p:cNvPr id="19" name="Picture 18" descr="A close up of a logo">
            <a:extLst>
              <a:ext uri="{FF2B5EF4-FFF2-40B4-BE49-F238E27FC236}">
                <a16:creationId xmlns:a16="http://schemas.microsoft.com/office/drawing/2014/main" id="{D1EC97B3-298B-1C4E-C33F-2F4085E238D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311428" y="2335132"/>
            <a:ext cx="1311357" cy="1093868"/>
          </a:xfrm>
          <a:prstGeom prst="rect">
            <a:avLst/>
          </a:prstGeom>
          <a:ln>
            <a:solidFill>
              <a:schemeClr val="tx1"/>
            </a:solidFill>
          </a:ln>
        </p:spPr>
      </p:pic>
      <p:pic>
        <p:nvPicPr>
          <p:cNvPr id="20" name="Picture 19" descr="A logo on a blue background">
            <a:extLst>
              <a:ext uri="{FF2B5EF4-FFF2-40B4-BE49-F238E27FC236}">
                <a16:creationId xmlns:a16="http://schemas.microsoft.com/office/drawing/2014/main" id="{B7402494-6E20-0E9C-7583-481CFC57B2D6}"/>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717935" y="2335132"/>
            <a:ext cx="1311356" cy="1093868"/>
          </a:xfrm>
          <a:prstGeom prst="rect">
            <a:avLst/>
          </a:prstGeom>
        </p:spPr>
      </p:pic>
      <p:pic>
        <p:nvPicPr>
          <p:cNvPr id="21" name="Picture 20" descr="A close-up of a logo">
            <a:extLst>
              <a:ext uri="{FF2B5EF4-FFF2-40B4-BE49-F238E27FC236}">
                <a16:creationId xmlns:a16="http://schemas.microsoft.com/office/drawing/2014/main" id="{DE6B5FBC-8EEA-BA56-8182-10E76008017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101264" y="2335132"/>
            <a:ext cx="1420586" cy="1093868"/>
          </a:xfrm>
          <a:prstGeom prst="rect">
            <a:avLst/>
          </a:prstGeom>
          <a:ln>
            <a:solidFill>
              <a:schemeClr val="tx1"/>
            </a:solidFill>
          </a:ln>
        </p:spPr>
      </p:pic>
      <p:sp>
        <p:nvSpPr>
          <p:cNvPr id="22" name="Star: 5 Points 21">
            <a:extLst>
              <a:ext uri="{FF2B5EF4-FFF2-40B4-BE49-F238E27FC236}">
                <a16:creationId xmlns:a16="http://schemas.microsoft.com/office/drawing/2014/main" id="{49D92A52-D2C9-1564-B4F5-AB58413E862F}"/>
              </a:ext>
            </a:extLst>
          </p:cNvPr>
          <p:cNvSpPr/>
          <p:nvPr/>
        </p:nvSpPr>
        <p:spPr bwMode="ltGray">
          <a:xfrm>
            <a:off x="3491207" y="753479"/>
            <a:ext cx="351615" cy="310243"/>
          </a:xfrm>
          <a:prstGeom prst="star5">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solidFill>
                <a:schemeClr val="tx1"/>
              </a:solidFill>
            </a:endParaRPr>
          </a:p>
        </p:txBody>
      </p:sp>
    </p:spTree>
    <p:extLst>
      <p:ext uri="{BB962C8B-B14F-4D97-AF65-F5344CB8AC3E}">
        <p14:creationId xmlns:p14="http://schemas.microsoft.com/office/powerpoint/2010/main" val="1427216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4">
                                            <p:graphicEl>
                                              <a:dgm id="{A7A427BC-AA00-49EA-8D33-AABA7FBFEAD6}"/>
                                            </p:graphicEl>
                                          </p:spTgt>
                                        </p:tgtEl>
                                        <p:attrNameLst>
                                          <p:attrName>style.visibility</p:attrName>
                                        </p:attrNameLst>
                                      </p:cBhvr>
                                      <p:to>
                                        <p:strVal val="visible"/>
                                      </p:to>
                                    </p:set>
                                    <p:animEffect transition="in" filter="wipe(down)">
                                      <p:cBhvr>
                                        <p:cTn id="7" dur="580">
                                          <p:stCondLst>
                                            <p:cond delay="0"/>
                                          </p:stCondLst>
                                        </p:cTn>
                                        <p:tgtEl>
                                          <p:spTgt spid="14">
                                            <p:graphicEl>
                                              <a:dgm id="{A7A427BC-AA00-49EA-8D33-AABA7FBFEAD6}"/>
                                            </p:graphicEl>
                                          </p:spTgt>
                                        </p:tgtEl>
                                      </p:cBhvr>
                                    </p:animEffect>
                                    <p:anim calcmode="lin" valueType="num">
                                      <p:cBhvr>
                                        <p:cTn id="8" dur="1822" tmFilter="0,0; 0.14,0.36; 0.43,0.73; 0.71,0.91; 1.0,1.0">
                                          <p:stCondLst>
                                            <p:cond delay="0"/>
                                          </p:stCondLst>
                                        </p:cTn>
                                        <p:tgtEl>
                                          <p:spTgt spid="14">
                                            <p:graphicEl>
                                              <a:dgm id="{A7A427BC-AA00-49EA-8D33-AABA7FBFEAD6}"/>
                                            </p:graphic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4">
                                            <p:graphicEl>
                                              <a:dgm id="{A7A427BC-AA00-49EA-8D33-AABA7FBFEAD6}"/>
                                            </p:graphic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4">
                                            <p:graphicEl>
                                              <a:dgm id="{A7A427BC-AA00-49EA-8D33-AABA7FBFEAD6}"/>
                                            </p:graphic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4">
                                            <p:graphicEl>
                                              <a:dgm id="{A7A427BC-AA00-49EA-8D33-AABA7FBFEAD6}"/>
                                            </p:graphic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4">
                                            <p:graphicEl>
                                              <a:dgm id="{A7A427BC-AA00-49EA-8D33-AABA7FBFEAD6}"/>
                                            </p:graphic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14">
                                            <p:graphicEl>
                                              <a:dgm id="{A7A427BC-AA00-49EA-8D33-AABA7FBFEAD6}"/>
                                            </p:graphicEl>
                                          </p:spTgt>
                                        </p:tgtEl>
                                      </p:cBhvr>
                                      <p:to x="100000" y="60000"/>
                                    </p:animScale>
                                    <p:animScale>
                                      <p:cBhvr>
                                        <p:cTn id="14" dur="166" decel="50000">
                                          <p:stCondLst>
                                            <p:cond delay="676"/>
                                          </p:stCondLst>
                                        </p:cTn>
                                        <p:tgtEl>
                                          <p:spTgt spid="14">
                                            <p:graphicEl>
                                              <a:dgm id="{A7A427BC-AA00-49EA-8D33-AABA7FBFEAD6}"/>
                                            </p:graphicEl>
                                          </p:spTgt>
                                        </p:tgtEl>
                                      </p:cBhvr>
                                      <p:to x="100000" y="100000"/>
                                    </p:animScale>
                                    <p:animScale>
                                      <p:cBhvr>
                                        <p:cTn id="15" dur="26">
                                          <p:stCondLst>
                                            <p:cond delay="1312"/>
                                          </p:stCondLst>
                                        </p:cTn>
                                        <p:tgtEl>
                                          <p:spTgt spid="14">
                                            <p:graphicEl>
                                              <a:dgm id="{A7A427BC-AA00-49EA-8D33-AABA7FBFEAD6}"/>
                                            </p:graphicEl>
                                          </p:spTgt>
                                        </p:tgtEl>
                                      </p:cBhvr>
                                      <p:to x="100000" y="80000"/>
                                    </p:animScale>
                                    <p:animScale>
                                      <p:cBhvr>
                                        <p:cTn id="16" dur="166" decel="50000">
                                          <p:stCondLst>
                                            <p:cond delay="1338"/>
                                          </p:stCondLst>
                                        </p:cTn>
                                        <p:tgtEl>
                                          <p:spTgt spid="14">
                                            <p:graphicEl>
                                              <a:dgm id="{A7A427BC-AA00-49EA-8D33-AABA7FBFEAD6}"/>
                                            </p:graphicEl>
                                          </p:spTgt>
                                        </p:tgtEl>
                                      </p:cBhvr>
                                      <p:to x="100000" y="100000"/>
                                    </p:animScale>
                                    <p:animScale>
                                      <p:cBhvr>
                                        <p:cTn id="17" dur="26">
                                          <p:stCondLst>
                                            <p:cond delay="1642"/>
                                          </p:stCondLst>
                                        </p:cTn>
                                        <p:tgtEl>
                                          <p:spTgt spid="14">
                                            <p:graphicEl>
                                              <a:dgm id="{A7A427BC-AA00-49EA-8D33-AABA7FBFEAD6}"/>
                                            </p:graphicEl>
                                          </p:spTgt>
                                        </p:tgtEl>
                                      </p:cBhvr>
                                      <p:to x="100000" y="90000"/>
                                    </p:animScale>
                                    <p:animScale>
                                      <p:cBhvr>
                                        <p:cTn id="18" dur="166" decel="50000">
                                          <p:stCondLst>
                                            <p:cond delay="1668"/>
                                          </p:stCondLst>
                                        </p:cTn>
                                        <p:tgtEl>
                                          <p:spTgt spid="14">
                                            <p:graphicEl>
                                              <a:dgm id="{A7A427BC-AA00-49EA-8D33-AABA7FBFEAD6}"/>
                                            </p:graphicEl>
                                          </p:spTgt>
                                        </p:tgtEl>
                                      </p:cBhvr>
                                      <p:to x="100000" y="100000"/>
                                    </p:animScale>
                                    <p:animScale>
                                      <p:cBhvr>
                                        <p:cTn id="19" dur="26">
                                          <p:stCondLst>
                                            <p:cond delay="1808"/>
                                          </p:stCondLst>
                                        </p:cTn>
                                        <p:tgtEl>
                                          <p:spTgt spid="14">
                                            <p:graphicEl>
                                              <a:dgm id="{A7A427BC-AA00-49EA-8D33-AABA7FBFEAD6}"/>
                                            </p:graphicEl>
                                          </p:spTgt>
                                        </p:tgtEl>
                                      </p:cBhvr>
                                      <p:to x="100000" y="95000"/>
                                    </p:animScale>
                                    <p:animScale>
                                      <p:cBhvr>
                                        <p:cTn id="20" dur="166" decel="50000">
                                          <p:stCondLst>
                                            <p:cond delay="1834"/>
                                          </p:stCondLst>
                                        </p:cTn>
                                        <p:tgtEl>
                                          <p:spTgt spid="14">
                                            <p:graphicEl>
                                              <a:dgm id="{A7A427BC-AA00-49EA-8D33-AABA7FBFEAD6}"/>
                                            </p:graphicEl>
                                          </p:spTgt>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4">
                                            <p:graphicEl>
                                              <a:dgm id="{B01F36A9-AE33-4838-B2B6-D6E348FD5496}"/>
                                            </p:graphicEl>
                                          </p:spTgt>
                                        </p:tgtEl>
                                        <p:attrNameLst>
                                          <p:attrName>style.visibility</p:attrName>
                                        </p:attrNameLst>
                                      </p:cBhvr>
                                      <p:to>
                                        <p:strVal val="visible"/>
                                      </p:to>
                                    </p:set>
                                    <p:animEffect transition="in" filter="wipe(down)">
                                      <p:cBhvr>
                                        <p:cTn id="23" dur="580">
                                          <p:stCondLst>
                                            <p:cond delay="0"/>
                                          </p:stCondLst>
                                        </p:cTn>
                                        <p:tgtEl>
                                          <p:spTgt spid="14">
                                            <p:graphicEl>
                                              <a:dgm id="{B01F36A9-AE33-4838-B2B6-D6E348FD5496}"/>
                                            </p:graphicEl>
                                          </p:spTgt>
                                        </p:tgtEl>
                                      </p:cBhvr>
                                    </p:animEffect>
                                    <p:anim calcmode="lin" valueType="num">
                                      <p:cBhvr>
                                        <p:cTn id="24" dur="1822" tmFilter="0,0; 0.14,0.36; 0.43,0.73; 0.71,0.91; 1.0,1.0">
                                          <p:stCondLst>
                                            <p:cond delay="0"/>
                                          </p:stCondLst>
                                        </p:cTn>
                                        <p:tgtEl>
                                          <p:spTgt spid="14">
                                            <p:graphicEl>
                                              <a:dgm id="{B01F36A9-AE33-4838-B2B6-D6E348FD5496}"/>
                                            </p:graphic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4">
                                            <p:graphicEl>
                                              <a:dgm id="{B01F36A9-AE33-4838-B2B6-D6E348FD5496}"/>
                                            </p:graphic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4">
                                            <p:graphicEl>
                                              <a:dgm id="{B01F36A9-AE33-4838-B2B6-D6E348FD5496}"/>
                                            </p:graphic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4">
                                            <p:graphicEl>
                                              <a:dgm id="{B01F36A9-AE33-4838-B2B6-D6E348FD5496}"/>
                                            </p:graphic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4">
                                            <p:graphicEl>
                                              <a:dgm id="{B01F36A9-AE33-4838-B2B6-D6E348FD5496}"/>
                                            </p:graphic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14">
                                            <p:graphicEl>
                                              <a:dgm id="{B01F36A9-AE33-4838-B2B6-D6E348FD5496}"/>
                                            </p:graphicEl>
                                          </p:spTgt>
                                        </p:tgtEl>
                                      </p:cBhvr>
                                      <p:to x="100000" y="60000"/>
                                    </p:animScale>
                                    <p:animScale>
                                      <p:cBhvr>
                                        <p:cTn id="30" dur="166" decel="50000">
                                          <p:stCondLst>
                                            <p:cond delay="676"/>
                                          </p:stCondLst>
                                        </p:cTn>
                                        <p:tgtEl>
                                          <p:spTgt spid="14">
                                            <p:graphicEl>
                                              <a:dgm id="{B01F36A9-AE33-4838-B2B6-D6E348FD5496}"/>
                                            </p:graphicEl>
                                          </p:spTgt>
                                        </p:tgtEl>
                                      </p:cBhvr>
                                      <p:to x="100000" y="100000"/>
                                    </p:animScale>
                                    <p:animScale>
                                      <p:cBhvr>
                                        <p:cTn id="31" dur="26">
                                          <p:stCondLst>
                                            <p:cond delay="1312"/>
                                          </p:stCondLst>
                                        </p:cTn>
                                        <p:tgtEl>
                                          <p:spTgt spid="14">
                                            <p:graphicEl>
                                              <a:dgm id="{B01F36A9-AE33-4838-B2B6-D6E348FD5496}"/>
                                            </p:graphicEl>
                                          </p:spTgt>
                                        </p:tgtEl>
                                      </p:cBhvr>
                                      <p:to x="100000" y="80000"/>
                                    </p:animScale>
                                    <p:animScale>
                                      <p:cBhvr>
                                        <p:cTn id="32" dur="166" decel="50000">
                                          <p:stCondLst>
                                            <p:cond delay="1338"/>
                                          </p:stCondLst>
                                        </p:cTn>
                                        <p:tgtEl>
                                          <p:spTgt spid="14">
                                            <p:graphicEl>
                                              <a:dgm id="{B01F36A9-AE33-4838-B2B6-D6E348FD5496}"/>
                                            </p:graphicEl>
                                          </p:spTgt>
                                        </p:tgtEl>
                                      </p:cBhvr>
                                      <p:to x="100000" y="100000"/>
                                    </p:animScale>
                                    <p:animScale>
                                      <p:cBhvr>
                                        <p:cTn id="33" dur="26">
                                          <p:stCondLst>
                                            <p:cond delay="1642"/>
                                          </p:stCondLst>
                                        </p:cTn>
                                        <p:tgtEl>
                                          <p:spTgt spid="14">
                                            <p:graphicEl>
                                              <a:dgm id="{B01F36A9-AE33-4838-B2B6-D6E348FD5496}"/>
                                            </p:graphicEl>
                                          </p:spTgt>
                                        </p:tgtEl>
                                      </p:cBhvr>
                                      <p:to x="100000" y="90000"/>
                                    </p:animScale>
                                    <p:animScale>
                                      <p:cBhvr>
                                        <p:cTn id="34" dur="166" decel="50000">
                                          <p:stCondLst>
                                            <p:cond delay="1668"/>
                                          </p:stCondLst>
                                        </p:cTn>
                                        <p:tgtEl>
                                          <p:spTgt spid="14">
                                            <p:graphicEl>
                                              <a:dgm id="{B01F36A9-AE33-4838-B2B6-D6E348FD5496}"/>
                                            </p:graphicEl>
                                          </p:spTgt>
                                        </p:tgtEl>
                                      </p:cBhvr>
                                      <p:to x="100000" y="100000"/>
                                    </p:animScale>
                                    <p:animScale>
                                      <p:cBhvr>
                                        <p:cTn id="35" dur="26">
                                          <p:stCondLst>
                                            <p:cond delay="1808"/>
                                          </p:stCondLst>
                                        </p:cTn>
                                        <p:tgtEl>
                                          <p:spTgt spid="14">
                                            <p:graphicEl>
                                              <a:dgm id="{B01F36A9-AE33-4838-B2B6-D6E348FD5496}"/>
                                            </p:graphicEl>
                                          </p:spTgt>
                                        </p:tgtEl>
                                      </p:cBhvr>
                                      <p:to x="100000" y="95000"/>
                                    </p:animScale>
                                    <p:animScale>
                                      <p:cBhvr>
                                        <p:cTn id="36" dur="166" decel="50000">
                                          <p:stCondLst>
                                            <p:cond delay="1834"/>
                                          </p:stCondLst>
                                        </p:cTn>
                                        <p:tgtEl>
                                          <p:spTgt spid="14">
                                            <p:graphicEl>
                                              <a:dgm id="{B01F36A9-AE33-4838-B2B6-D6E348FD5496}"/>
                                            </p:graphic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4" grpId="0">
        <p:bldSub>
          <a:bldDgm/>
        </p:bldSub>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1C470DA-363C-9DE8-7153-5C70AA6E12A1}"/>
              </a:ext>
            </a:extLst>
          </p:cNvPr>
          <p:cNvSpPr>
            <a:spLocks noGrp="1"/>
          </p:cNvSpPr>
          <p:nvPr>
            <p:ph type="ftr" sz="quarter" idx="18"/>
          </p:nvPr>
        </p:nvSpPr>
        <p:spPr>
          <a:xfrm>
            <a:off x="3721696" y="6129337"/>
            <a:ext cx="7481160" cy="411581"/>
          </a:xfrm>
          <a:prstGeom prst="rect">
            <a:avLst/>
          </a:prstGeom>
        </p:spPr>
        <p:txBody>
          <a:bodyPr vert="horz" lIns="90000" tIns="0" rIns="90000" bIns="0" rtlCol="0" anchor="b"/>
          <a:lstStyle>
            <a:defPPr>
              <a:defRPr lang="en-US"/>
            </a:defPPr>
            <a:lvl1pPr marL="0" algn="r" defTabSz="914400" rtl="0" eaLnBrk="1" latinLnBrk="0" hangingPunct="1">
              <a:lnSpc>
                <a:spcPct val="90000"/>
              </a:lnSpc>
              <a:defRPr sz="1200" kern="1200" cap="none" baseline="0">
                <a:solidFill>
                  <a:schemeClr val="tx1"/>
                </a:solidFill>
                <a:latin typeface="MetricHPE" panose="020B050303020206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 | Authorized HPE Partner Use Only</a:t>
            </a:r>
            <a:endParaRPr lang="en-US" dirty="0"/>
          </a:p>
        </p:txBody>
      </p:sp>
      <p:sp>
        <p:nvSpPr>
          <p:cNvPr id="3" name="Slide Number Placeholder 2">
            <a:extLst>
              <a:ext uri="{FF2B5EF4-FFF2-40B4-BE49-F238E27FC236}">
                <a16:creationId xmlns:a16="http://schemas.microsoft.com/office/drawing/2014/main" id="{CDC6EFA9-178F-B7E9-D0B3-D136298C9E7F}"/>
              </a:ext>
            </a:extLst>
          </p:cNvPr>
          <p:cNvSpPr>
            <a:spLocks noGrp="1"/>
          </p:cNvSpPr>
          <p:nvPr>
            <p:ph type="sldNum" sz="quarter" idx="19"/>
          </p:nvPr>
        </p:nvSpPr>
        <p:spPr>
          <a:xfrm>
            <a:off x="11202856" y="6301811"/>
            <a:ext cx="684344" cy="365125"/>
          </a:xfrm>
          <a:prstGeom prst="rect">
            <a:avLst/>
          </a:prstGeom>
        </p:spPr>
        <p:txBody>
          <a:bodyPr vert="horz" lIns="91440" tIns="45720" rIns="91440" bIns="45720" rtlCol="0" anchor="ctr"/>
          <a:lstStyle>
            <a:defPPr>
              <a:defRPr lang="en-US"/>
            </a:defPPr>
            <a:lvl1pPr marL="205699" indent="-205699" algn="l" defTabSz="914400" rtl="0" eaLnBrk="1" latinLnBrk="0" hangingPunct="1">
              <a:lnSpc>
                <a:spcPct val="90000"/>
              </a:lnSpc>
              <a:buSzPct val="120000"/>
              <a:buFontTx/>
              <a:buBlip>
                <a:blip r:embed="rId2"/>
              </a:buBlip>
              <a:defRPr sz="2000" kern="1200" cap="all" normalizeH="0" baseline="10000">
                <a:solidFill>
                  <a:schemeClr val="tx1"/>
                </a:solidFill>
                <a:latin typeface="MetricHPE" panose="020B050303020206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88421">
              <a:buFontTx/>
              <a:buBlip>
                <a:blip r:embed="rId2"/>
              </a:buBlip>
            </a:pPr>
            <a:fld id="{104FC826-72BB-4AF1-BA01-A94F7396A7DC}" type="slidenum">
              <a:rPr lang="en-US" smtClean="0"/>
              <a:pPr defTabSz="1088421">
                <a:buFontTx/>
                <a:buBlip>
                  <a:blip r:embed="rId2"/>
                </a:buBlip>
              </a:pPr>
              <a:t>23</a:t>
            </a:fld>
            <a:endParaRPr lang="en-US" dirty="0"/>
          </a:p>
        </p:txBody>
      </p:sp>
      <p:sp>
        <p:nvSpPr>
          <p:cNvPr id="5" name="Title 4">
            <a:extLst>
              <a:ext uri="{FF2B5EF4-FFF2-40B4-BE49-F238E27FC236}">
                <a16:creationId xmlns:a16="http://schemas.microsoft.com/office/drawing/2014/main" id="{64F0CB12-A385-BC93-6060-F1A10E6084F9}"/>
              </a:ext>
            </a:extLst>
          </p:cNvPr>
          <p:cNvSpPr>
            <a:spLocks noGrp="1"/>
          </p:cNvSpPr>
          <p:nvPr>
            <p:ph type="title"/>
          </p:nvPr>
        </p:nvSpPr>
        <p:spPr>
          <a:xfrm>
            <a:off x="-485671" y="315845"/>
            <a:ext cx="11433978" cy="413258"/>
          </a:xfrm>
        </p:spPr>
        <p:txBody>
          <a:bodyPr/>
          <a:lstStyle/>
          <a:p>
            <a:pPr marL="857250"/>
            <a:r>
              <a:rPr lang="en-US" dirty="0"/>
              <a:t>Pacemaker HA Cluster General System &amp; Networking</a:t>
            </a:r>
            <a:endParaRPr lang="en-GB" sz="2400" dirty="0"/>
          </a:p>
        </p:txBody>
      </p:sp>
      <p:sp>
        <p:nvSpPr>
          <p:cNvPr id="6" name="Flowchart: Connector 5">
            <a:extLst>
              <a:ext uri="{FF2B5EF4-FFF2-40B4-BE49-F238E27FC236}">
                <a16:creationId xmlns:a16="http://schemas.microsoft.com/office/drawing/2014/main" id="{0C79FFED-2D65-B9BF-D86C-8D943BE4C1CE}"/>
              </a:ext>
            </a:extLst>
          </p:cNvPr>
          <p:cNvSpPr/>
          <p:nvPr/>
        </p:nvSpPr>
        <p:spPr bwMode="ltGray">
          <a:xfrm>
            <a:off x="424543" y="1771650"/>
            <a:ext cx="2661557" cy="3248025"/>
          </a:xfrm>
          <a:prstGeom prst="flowChartConnector">
            <a:avLst/>
          </a:prstGeom>
          <a:noFill/>
          <a:ln w="38100">
            <a:solidFill>
              <a:srgbClr val="0D5265"/>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solidFill>
                <a:schemeClr val="tx1"/>
              </a:solidFill>
            </a:endParaRPr>
          </a:p>
        </p:txBody>
      </p:sp>
      <p:pic>
        <p:nvPicPr>
          <p:cNvPr id="8" name="Picture 7">
            <a:extLst>
              <a:ext uri="{FF2B5EF4-FFF2-40B4-BE49-F238E27FC236}">
                <a16:creationId xmlns:a16="http://schemas.microsoft.com/office/drawing/2014/main" id="{5B5D0097-3D75-1A98-0D7F-DCDD42AF43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7017" y="2086590"/>
            <a:ext cx="1670266" cy="2486771"/>
          </a:xfrm>
          <a:prstGeom prst="rect">
            <a:avLst/>
          </a:prstGeom>
        </p:spPr>
      </p:pic>
      <p:sp>
        <p:nvSpPr>
          <p:cNvPr id="9" name="Rectangle: Rounded Corners 8">
            <a:extLst>
              <a:ext uri="{FF2B5EF4-FFF2-40B4-BE49-F238E27FC236}">
                <a16:creationId xmlns:a16="http://schemas.microsoft.com/office/drawing/2014/main" id="{5A1D179F-6643-3DE2-769D-3CF337368BD4}"/>
              </a:ext>
            </a:extLst>
          </p:cNvPr>
          <p:cNvSpPr/>
          <p:nvPr/>
        </p:nvSpPr>
        <p:spPr bwMode="ltGray">
          <a:xfrm>
            <a:off x="3257549" y="1053193"/>
            <a:ext cx="8417379" cy="5143499"/>
          </a:xfrm>
          <a:prstGeom prst="roundRect">
            <a:avLst/>
          </a:prstGeom>
          <a:solidFill>
            <a:srgbClr val="0D5265"/>
          </a:solidFill>
          <a:ln w="38100">
            <a:solidFill>
              <a:srgbClr val="0D5265"/>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285750" indent="-285750" algn="ctr">
              <a:buFont typeface="Wingdings" panose="05000000000000000000" pitchFamily="2" charset="2"/>
              <a:buChar char="Ø"/>
            </a:pPr>
            <a:endParaRPr lang="en-GB" dirty="0" err="1">
              <a:solidFill>
                <a:schemeClr val="tx1"/>
              </a:solidFill>
            </a:endParaRPr>
          </a:p>
        </p:txBody>
      </p:sp>
      <p:sp>
        <p:nvSpPr>
          <p:cNvPr id="11" name="TextBox 10">
            <a:extLst>
              <a:ext uri="{FF2B5EF4-FFF2-40B4-BE49-F238E27FC236}">
                <a16:creationId xmlns:a16="http://schemas.microsoft.com/office/drawing/2014/main" id="{4E366218-A53C-253B-3F9B-4D58B01AAD58}"/>
              </a:ext>
            </a:extLst>
          </p:cNvPr>
          <p:cNvSpPr txBox="1"/>
          <p:nvPr/>
        </p:nvSpPr>
        <p:spPr>
          <a:xfrm>
            <a:off x="3984171" y="1592814"/>
            <a:ext cx="6964136" cy="1195210"/>
          </a:xfrm>
          <a:prstGeom prst="rect">
            <a:avLst/>
          </a:prstGeom>
          <a:noFill/>
          <a:ln w="57150">
            <a:noFill/>
            <a:miter lim="800000"/>
          </a:ln>
        </p:spPr>
        <p:txBody>
          <a:bodyPr wrap="square" lIns="90000" tIns="90000" rIns="90000" bIns="90000" rtlCol="0" anchor="ctr" anchorCtr="0">
            <a:noAutofit/>
          </a:bodyPr>
          <a:lstStyle/>
          <a:p>
            <a:pPr marL="285750" indent="-285750">
              <a:lnSpc>
                <a:spcPct val="90000"/>
              </a:lnSpc>
              <a:spcBef>
                <a:spcPts val="400"/>
              </a:spcBef>
              <a:buFont typeface="Arial" panose="020B0604020202020204" pitchFamily="34" charset="0"/>
              <a:buChar char="•"/>
            </a:pPr>
            <a:endParaRPr lang="en-US" b="1" dirty="0">
              <a:solidFill>
                <a:schemeClr val="bg1"/>
              </a:solidFill>
            </a:endParaRPr>
          </a:p>
          <a:p>
            <a:pPr marL="342900" lvl="0" indent="-342900">
              <a:buFont typeface="Wingdings" panose="05000000000000000000" pitchFamily="2" charset="2"/>
              <a:buChar char="ü"/>
            </a:pPr>
            <a:r>
              <a:rPr lang="en-US" sz="2000" b="1" dirty="0">
                <a:solidFill>
                  <a:schemeClr val="accent6">
                    <a:lumMod val="60000"/>
                    <a:lumOff val="40000"/>
                  </a:schemeClr>
                </a:solidFill>
              </a:rPr>
              <a:t>Identical Operating System All nodes in the cluster should run the same Linux distribution and version (e.g., Red Hat Enterprise Linux 8.x or SUSE Linux Enterprise Server 15.x) with the same architecture.</a:t>
            </a:r>
            <a:endParaRPr lang="en-US" sz="2000" dirty="0">
              <a:solidFill>
                <a:schemeClr val="accent6">
                  <a:lumMod val="60000"/>
                  <a:lumOff val="40000"/>
                </a:schemeClr>
              </a:solidFill>
            </a:endParaRPr>
          </a:p>
          <a:p>
            <a:pPr marL="0" indent="0">
              <a:lnSpc>
                <a:spcPct val="90000"/>
              </a:lnSpc>
              <a:spcBef>
                <a:spcPts val="400"/>
              </a:spcBef>
              <a:buFont typeface="MetricHPE" panose="020B0503030202060203" pitchFamily="34" charset="0"/>
              <a:buNone/>
            </a:pPr>
            <a:endParaRPr lang="en-US" sz="2400" b="1" dirty="0">
              <a:solidFill>
                <a:schemeClr val="bg1"/>
              </a:solidFill>
            </a:endParaRPr>
          </a:p>
        </p:txBody>
      </p:sp>
      <p:sp>
        <p:nvSpPr>
          <p:cNvPr id="12" name="TextBox 11">
            <a:extLst>
              <a:ext uri="{FF2B5EF4-FFF2-40B4-BE49-F238E27FC236}">
                <a16:creationId xmlns:a16="http://schemas.microsoft.com/office/drawing/2014/main" id="{35F618EA-5A3F-BA4F-F0CA-AA7DA7189FDC}"/>
              </a:ext>
            </a:extLst>
          </p:cNvPr>
          <p:cNvSpPr txBox="1"/>
          <p:nvPr/>
        </p:nvSpPr>
        <p:spPr>
          <a:xfrm>
            <a:off x="2617283" y="2636662"/>
            <a:ext cx="8461653" cy="1612609"/>
          </a:xfrm>
          <a:prstGeom prst="rect">
            <a:avLst/>
          </a:prstGeom>
          <a:noFill/>
          <a:ln w="57150">
            <a:noFill/>
            <a:miter lim="800000"/>
          </a:ln>
        </p:spPr>
        <p:txBody>
          <a:bodyPr wrap="square" lIns="90000" tIns="90000" rIns="90000" bIns="90000" rtlCol="0" anchor="ctr" anchorCtr="0">
            <a:noAutofit/>
          </a:bodyPr>
          <a:lstStyle/>
          <a:p>
            <a:pPr marL="857250"/>
            <a:endParaRPr lang="en-US" sz="2000" b="1" dirty="0">
              <a:solidFill>
                <a:schemeClr val="bg1"/>
              </a:solidFill>
            </a:endParaRPr>
          </a:p>
          <a:p>
            <a:pPr marL="1657350" lvl="1" indent="-342900">
              <a:buFont typeface="Wingdings" panose="05000000000000000000" pitchFamily="2" charset="2"/>
              <a:buChar char="ü"/>
            </a:pPr>
            <a:r>
              <a:rPr lang="en-US" sz="2000" b="1" dirty="0">
                <a:solidFill>
                  <a:schemeClr val="bg1"/>
                </a:solidFill>
              </a:rPr>
              <a:t>IP Addresses all cluster nodes must use static IP addresses. Dynamic IP configurations are not suitable for a stable cluster environment.</a:t>
            </a:r>
          </a:p>
          <a:p>
            <a:pPr marL="0" indent="0">
              <a:lnSpc>
                <a:spcPct val="90000"/>
              </a:lnSpc>
              <a:spcBef>
                <a:spcPts val="400"/>
              </a:spcBef>
              <a:buFont typeface="MetricHPE" panose="020B0503030202060203" pitchFamily="34" charset="0"/>
              <a:buNone/>
            </a:pPr>
            <a:endParaRPr lang="en-GB" sz="2000" dirty="0" err="1">
              <a:solidFill>
                <a:schemeClr val="bg1"/>
              </a:solidFill>
            </a:endParaRPr>
          </a:p>
        </p:txBody>
      </p:sp>
      <p:sp>
        <p:nvSpPr>
          <p:cNvPr id="14" name="TextBox 13">
            <a:extLst>
              <a:ext uri="{FF2B5EF4-FFF2-40B4-BE49-F238E27FC236}">
                <a16:creationId xmlns:a16="http://schemas.microsoft.com/office/drawing/2014/main" id="{DD0E0D5D-C694-6ED7-0897-87384AB25121}"/>
              </a:ext>
            </a:extLst>
          </p:cNvPr>
          <p:cNvSpPr txBox="1"/>
          <p:nvPr/>
        </p:nvSpPr>
        <p:spPr>
          <a:xfrm>
            <a:off x="3086100" y="3899647"/>
            <a:ext cx="7992835" cy="2091254"/>
          </a:xfrm>
          <a:prstGeom prst="rect">
            <a:avLst/>
          </a:prstGeom>
          <a:noFill/>
          <a:ln w="57150">
            <a:noFill/>
            <a:miter lim="800000"/>
          </a:ln>
        </p:spPr>
        <p:txBody>
          <a:bodyPr wrap="square" lIns="90000" tIns="90000" rIns="90000" bIns="90000" rtlCol="0" anchor="ctr" anchorCtr="0">
            <a:noAutofit/>
          </a:bodyPr>
          <a:lstStyle/>
          <a:p>
            <a:pPr marL="1200150" indent="-342900">
              <a:buFont typeface="Wingdings" panose="05000000000000000000" pitchFamily="2" charset="2"/>
              <a:buChar char="ü"/>
            </a:pPr>
            <a:r>
              <a:rPr lang="en-US" sz="2000" b="1" dirty="0">
                <a:solidFill>
                  <a:schemeClr val="bg1"/>
                </a:solidFill>
              </a:rPr>
              <a:t>Time Synchronization all nodes must be synchronized to the same date and time, ideally using a Network Time Protocol (NTP) server outside the cluster. Time drift can cause significant operational problems.</a:t>
            </a:r>
          </a:p>
          <a:p>
            <a:pPr marL="0" indent="0">
              <a:lnSpc>
                <a:spcPct val="90000"/>
              </a:lnSpc>
              <a:spcBef>
                <a:spcPts val="400"/>
              </a:spcBef>
              <a:buFont typeface="MetricHPE" panose="020B0503030202060203" pitchFamily="34" charset="0"/>
              <a:buNone/>
            </a:pPr>
            <a:endParaRPr lang="en-GB" sz="2000" dirty="0" err="1">
              <a:solidFill>
                <a:schemeClr val="bg1"/>
              </a:solidFill>
            </a:endParaRPr>
          </a:p>
        </p:txBody>
      </p:sp>
    </p:spTree>
    <p:extLst>
      <p:ext uri="{BB962C8B-B14F-4D97-AF65-F5344CB8AC3E}">
        <p14:creationId xmlns:p14="http://schemas.microsoft.com/office/powerpoint/2010/main" val="3611814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AD490-F76B-974A-1D64-24BC8F39071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ECB47C1-E7B6-35ED-AAAE-06CF06486914}"/>
              </a:ext>
            </a:extLst>
          </p:cNvPr>
          <p:cNvSpPr>
            <a:spLocks noGrp="1"/>
          </p:cNvSpPr>
          <p:nvPr>
            <p:ph type="ftr" sz="quarter" idx="18"/>
          </p:nvPr>
        </p:nvSpPr>
        <p:spPr>
          <a:xfrm>
            <a:off x="3721696" y="6129337"/>
            <a:ext cx="7481160" cy="411581"/>
          </a:xfrm>
          <a:prstGeom prst="rect">
            <a:avLst/>
          </a:prstGeom>
        </p:spPr>
        <p:txBody>
          <a:bodyPr vert="horz" lIns="90000" tIns="0" rIns="90000" bIns="0" rtlCol="0" anchor="b"/>
          <a:lstStyle>
            <a:defPPr>
              <a:defRPr lang="en-US"/>
            </a:defPPr>
            <a:lvl1pPr marL="0" algn="r" defTabSz="914400" rtl="0" eaLnBrk="1" latinLnBrk="0" hangingPunct="1">
              <a:lnSpc>
                <a:spcPct val="90000"/>
              </a:lnSpc>
              <a:defRPr sz="1200" kern="1200" cap="none" baseline="0">
                <a:solidFill>
                  <a:schemeClr val="tx1"/>
                </a:solidFill>
                <a:latin typeface="MetricHPE" panose="020B050303020206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 | Authorized HPE Partner Use Only</a:t>
            </a:r>
            <a:endParaRPr lang="en-US" dirty="0"/>
          </a:p>
        </p:txBody>
      </p:sp>
      <p:sp>
        <p:nvSpPr>
          <p:cNvPr id="3" name="Slide Number Placeholder 2">
            <a:extLst>
              <a:ext uri="{FF2B5EF4-FFF2-40B4-BE49-F238E27FC236}">
                <a16:creationId xmlns:a16="http://schemas.microsoft.com/office/drawing/2014/main" id="{1DC2F3B8-7CCA-31D4-5D5F-2B3B276544A6}"/>
              </a:ext>
            </a:extLst>
          </p:cNvPr>
          <p:cNvSpPr>
            <a:spLocks noGrp="1"/>
          </p:cNvSpPr>
          <p:nvPr>
            <p:ph type="sldNum" sz="quarter" idx="19"/>
          </p:nvPr>
        </p:nvSpPr>
        <p:spPr>
          <a:xfrm>
            <a:off x="11202856" y="6301811"/>
            <a:ext cx="684344" cy="365125"/>
          </a:xfrm>
          <a:prstGeom prst="rect">
            <a:avLst/>
          </a:prstGeom>
        </p:spPr>
        <p:txBody>
          <a:bodyPr vert="horz" lIns="91440" tIns="45720" rIns="91440" bIns="45720" rtlCol="0" anchor="ctr"/>
          <a:lstStyle>
            <a:defPPr>
              <a:defRPr lang="en-US"/>
            </a:defPPr>
            <a:lvl1pPr marL="205699" indent="-205699" algn="l" defTabSz="914400" rtl="0" eaLnBrk="1" latinLnBrk="0" hangingPunct="1">
              <a:lnSpc>
                <a:spcPct val="90000"/>
              </a:lnSpc>
              <a:buSzPct val="120000"/>
              <a:buFontTx/>
              <a:buBlip>
                <a:blip r:embed="rId2"/>
              </a:buBlip>
              <a:defRPr sz="2000" kern="1200" cap="all" normalizeH="0" baseline="10000">
                <a:solidFill>
                  <a:schemeClr val="tx1"/>
                </a:solidFill>
                <a:latin typeface="MetricHPE" panose="020B050303020206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88421">
              <a:buFontTx/>
              <a:buBlip>
                <a:blip r:embed="rId2"/>
              </a:buBlip>
            </a:pPr>
            <a:fld id="{104FC826-72BB-4AF1-BA01-A94F7396A7DC}" type="slidenum">
              <a:rPr lang="en-US" smtClean="0"/>
              <a:pPr defTabSz="1088421">
                <a:buFontTx/>
                <a:buBlip>
                  <a:blip r:embed="rId2"/>
                </a:buBlip>
              </a:pPr>
              <a:t>24</a:t>
            </a:fld>
            <a:endParaRPr lang="en-US" dirty="0"/>
          </a:p>
        </p:txBody>
      </p:sp>
      <p:sp>
        <p:nvSpPr>
          <p:cNvPr id="5" name="Title 4">
            <a:extLst>
              <a:ext uri="{FF2B5EF4-FFF2-40B4-BE49-F238E27FC236}">
                <a16:creationId xmlns:a16="http://schemas.microsoft.com/office/drawing/2014/main" id="{34F87728-A2A7-4ADF-2026-D3D0D6779A0C}"/>
              </a:ext>
            </a:extLst>
          </p:cNvPr>
          <p:cNvSpPr>
            <a:spLocks noGrp="1"/>
          </p:cNvSpPr>
          <p:nvPr>
            <p:ph type="title"/>
          </p:nvPr>
        </p:nvSpPr>
        <p:spPr>
          <a:xfrm>
            <a:off x="-355041" y="360029"/>
            <a:ext cx="11433978" cy="413258"/>
          </a:xfrm>
        </p:spPr>
        <p:txBody>
          <a:bodyPr/>
          <a:lstStyle/>
          <a:p>
            <a:pPr marL="857250"/>
            <a:r>
              <a:rPr lang="en-US" dirty="0"/>
              <a:t>Pacemaker HA Cluster General System &amp; Networking</a:t>
            </a:r>
            <a:endParaRPr lang="en-GB" sz="2400" dirty="0"/>
          </a:p>
        </p:txBody>
      </p:sp>
      <p:sp>
        <p:nvSpPr>
          <p:cNvPr id="6" name="Flowchart: Connector 5">
            <a:extLst>
              <a:ext uri="{FF2B5EF4-FFF2-40B4-BE49-F238E27FC236}">
                <a16:creationId xmlns:a16="http://schemas.microsoft.com/office/drawing/2014/main" id="{58FDF3F4-2654-B531-6EA8-42A43BE67489}"/>
              </a:ext>
            </a:extLst>
          </p:cNvPr>
          <p:cNvSpPr/>
          <p:nvPr/>
        </p:nvSpPr>
        <p:spPr bwMode="ltGray">
          <a:xfrm>
            <a:off x="424543" y="1771650"/>
            <a:ext cx="2661557" cy="3248025"/>
          </a:xfrm>
          <a:prstGeom prst="flowChartConnector">
            <a:avLst/>
          </a:prstGeom>
          <a:noFill/>
          <a:ln w="38100">
            <a:solidFill>
              <a:srgbClr val="0D5265"/>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solidFill>
                <a:schemeClr val="tx1"/>
              </a:solidFill>
            </a:endParaRPr>
          </a:p>
        </p:txBody>
      </p:sp>
      <p:pic>
        <p:nvPicPr>
          <p:cNvPr id="8" name="Picture 7">
            <a:extLst>
              <a:ext uri="{FF2B5EF4-FFF2-40B4-BE49-F238E27FC236}">
                <a16:creationId xmlns:a16="http://schemas.microsoft.com/office/drawing/2014/main" id="{0223FF62-FE87-7249-A370-0D87F831DA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7017" y="2086590"/>
            <a:ext cx="1670266" cy="2486771"/>
          </a:xfrm>
          <a:prstGeom prst="rect">
            <a:avLst/>
          </a:prstGeom>
        </p:spPr>
      </p:pic>
      <p:sp>
        <p:nvSpPr>
          <p:cNvPr id="9" name="Rectangle: Rounded Corners 8">
            <a:extLst>
              <a:ext uri="{FF2B5EF4-FFF2-40B4-BE49-F238E27FC236}">
                <a16:creationId xmlns:a16="http://schemas.microsoft.com/office/drawing/2014/main" id="{A8383A7A-B8C7-E751-7DC9-61A5F2A00C1E}"/>
              </a:ext>
            </a:extLst>
          </p:cNvPr>
          <p:cNvSpPr/>
          <p:nvPr/>
        </p:nvSpPr>
        <p:spPr bwMode="ltGray">
          <a:xfrm>
            <a:off x="3257549" y="1053193"/>
            <a:ext cx="8417379" cy="5143499"/>
          </a:xfrm>
          <a:prstGeom prst="roundRect">
            <a:avLst/>
          </a:prstGeom>
          <a:solidFill>
            <a:srgbClr val="0D5265"/>
          </a:solidFill>
          <a:ln w="38100">
            <a:solidFill>
              <a:srgbClr val="0D5265"/>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285750" indent="-285750" algn="ctr">
              <a:buFont typeface="Wingdings" panose="05000000000000000000" pitchFamily="2" charset="2"/>
              <a:buChar char="Ø"/>
            </a:pPr>
            <a:endParaRPr lang="en-GB" sz="1500" dirty="0" err="1">
              <a:solidFill>
                <a:schemeClr val="tx1"/>
              </a:solidFill>
            </a:endParaRPr>
          </a:p>
        </p:txBody>
      </p:sp>
      <p:sp>
        <p:nvSpPr>
          <p:cNvPr id="11" name="TextBox 10">
            <a:extLst>
              <a:ext uri="{FF2B5EF4-FFF2-40B4-BE49-F238E27FC236}">
                <a16:creationId xmlns:a16="http://schemas.microsoft.com/office/drawing/2014/main" id="{B445F400-46F3-A25A-AC2B-17D9B41409E6}"/>
              </a:ext>
            </a:extLst>
          </p:cNvPr>
          <p:cNvSpPr txBox="1"/>
          <p:nvPr/>
        </p:nvSpPr>
        <p:spPr>
          <a:xfrm>
            <a:off x="3151416" y="1371600"/>
            <a:ext cx="7796891" cy="1780852"/>
          </a:xfrm>
          <a:prstGeom prst="rect">
            <a:avLst/>
          </a:prstGeom>
          <a:noFill/>
          <a:ln w="57150">
            <a:noFill/>
            <a:miter lim="800000"/>
          </a:ln>
        </p:spPr>
        <p:txBody>
          <a:bodyPr wrap="square" lIns="90000" tIns="90000" rIns="90000" bIns="90000" rtlCol="0" anchor="ctr" anchorCtr="0">
            <a:noAutofit/>
          </a:bodyPr>
          <a:lstStyle/>
          <a:p>
            <a:pPr marL="1200150" indent="-342900">
              <a:buFont typeface="Wingdings" panose="05000000000000000000" pitchFamily="2" charset="2"/>
              <a:buChar char="ü"/>
            </a:pPr>
            <a:r>
              <a:rPr lang="en-US" sz="1500" b="1" dirty="0">
                <a:solidFill>
                  <a:schemeClr val="bg1"/>
                </a:solidFill>
              </a:rPr>
              <a:t>Network Connectivity there should be redundant network communication paths between nodes to ensure the cluster can operate if one path fails. Network bonding is a recommended method.</a:t>
            </a:r>
          </a:p>
          <a:p>
            <a:pPr marL="0" indent="0">
              <a:lnSpc>
                <a:spcPct val="90000"/>
              </a:lnSpc>
              <a:spcBef>
                <a:spcPts val="400"/>
              </a:spcBef>
              <a:buFont typeface="MetricHPE" panose="020B0503030202060203" pitchFamily="34" charset="0"/>
              <a:buNone/>
            </a:pPr>
            <a:endParaRPr lang="en-US" sz="1500" b="1" dirty="0">
              <a:solidFill>
                <a:schemeClr val="bg1"/>
              </a:solidFill>
            </a:endParaRPr>
          </a:p>
        </p:txBody>
      </p:sp>
      <p:sp>
        <p:nvSpPr>
          <p:cNvPr id="12" name="TextBox 11">
            <a:extLst>
              <a:ext uri="{FF2B5EF4-FFF2-40B4-BE49-F238E27FC236}">
                <a16:creationId xmlns:a16="http://schemas.microsoft.com/office/drawing/2014/main" id="{D4ABF396-E1C9-AD4C-D96B-589B66BCAAAC}"/>
              </a:ext>
            </a:extLst>
          </p:cNvPr>
          <p:cNvSpPr txBox="1"/>
          <p:nvPr/>
        </p:nvSpPr>
        <p:spPr>
          <a:xfrm>
            <a:off x="3086101" y="2636662"/>
            <a:ext cx="7992836" cy="1680457"/>
          </a:xfrm>
          <a:prstGeom prst="rect">
            <a:avLst/>
          </a:prstGeom>
          <a:noFill/>
          <a:ln w="57150">
            <a:noFill/>
            <a:miter lim="800000"/>
          </a:ln>
        </p:spPr>
        <p:txBody>
          <a:bodyPr wrap="square" lIns="90000" tIns="90000" rIns="90000" bIns="90000" rtlCol="0" anchor="ctr" anchorCtr="0">
            <a:noAutofit/>
          </a:bodyPr>
          <a:lstStyle/>
          <a:p>
            <a:pPr marL="857250"/>
            <a:endParaRPr lang="en-US" sz="1500" b="1" dirty="0">
              <a:solidFill>
                <a:schemeClr val="bg1"/>
              </a:solidFill>
            </a:endParaRPr>
          </a:p>
          <a:p>
            <a:pPr marL="1143000" indent="-285750">
              <a:buFont typeface="Wingdings" panose="05000000000000000000" pitchFamily="2" charset="2"/>
              <a:buChar char="ü"/>
            </a:pPr>
            <a:r>
              <a:rPr lang="en-US" sz="1500" b="1" dirty="0">
                <a:solidFill>
                  <a:schemeClr val="bg1"/>
                </a:solidFill>
              </a:rPr>
              <a:t>  Firewall Configuration If firewalls are active (e.g., firewalld), they must   </a:t>
            </a:r>
            <a:br>
              <a:rPr lang="en-US" sz="1500" b="1" dirty="0">
                <a:solidFill>
                  <a:schemeClr val="bg1"/>
                </a:solidFill>
              </a:rPr>
            </a:br>
            <a:r>
              <a:rPr lang="en-US" sz="1500" b="1" dirty="0">
                <a:solidFill>
                  <a:schemeClr val="bg1"/>
                </a:solidFill>
              </a:rPr>
              <a:t>  be configured to allow cluster communication on required ports / </a:t>
            </a:r>
            <a:br>
              <a:rPr lang="en-US" sz="1500" b="1" dirty="0">
                <a:solidFill>
                  <a:schemeClr val="bg1"/>
                </a:solidFill>
              </a:rPr>
            </a:br>
            <a:r>
              <a:rPr lang="en-US" sz="1500" b="1" dirty="0">
                <a:solidFill>
                  <a:schemeClr val="bg1"/>
                </a:solidFill>
              </a:rPr>
              <a:t>  Service (e.g., TCP ports 2224, 3121, 21064 and UDP port 5405 / high –</a:t>
            </a:r>
            <a:br>
              <a:rPr lang="en-US" sz="1500" b="1" dirty="0">
                <a:solidFill>
                  <a:schemeClr val="bg1"/>
                </a:solidFill>
              </a:rPr>
            </a:br>
            <a:r>
              <a:rPr lang="en-US" sz="1500" b="1" dirty="0">
                <a:solidFill>
                  <a:schemeClr val="bg1"/>
                </a:solidFill>
              </a:rPr>
              <a:t>  availability for Pacemaker/Coro sync). </a:t>
            </a:r>
            <a:br>
              <a:rPr lang="en-US" sz="1500" b="1" dirty="0">
                <a:solidFill>
                  <a:schemeClr val="bg1"/>
                </a:solidFill>
              </a:rPr>
            </a:br>
            <a:endParaRPr lang="en-US" sz="1500" b="1" dirty="0">
              <a:solidFill>
                <a:schemeClr val="bg1"/>
              </a:solidFill>
            </a:endParaRPr>
          </a:p>
          <a:p>
            <a:pPr marL="0" indent="0">
              <a:lnSpc>
                <a:spcPct val="90000"/>
              </a:lnSpc>
              <a:spcBef>
                <a:spcPts val="400"/>
              </a:spcBef>
              <a:buFont typeface="MetricHPE" panose="020B0503030202060203" pitchFamily="34" charset="0"/>
              <a:buNone/>
            </a:pPr>
            <a:endParaRPr lang="en-GB" sz="1500" dirty="0" err="1">
              <a:solidFill>
                <a:schemeClr val="bg1"/>
              </a:solidFill>
            </a:endParaRPr>
          </a:p>
        </p:txBody>
      </p:sp>
      <p:sp>
        <p:nvSpPr>
          <p:cNvPr id="14" name="TextBox 13">
            <a:extLst>
              <a:ext uri="{FF2B5EF4-FFF2-40B4-BE49-F238E27FC236}">
                <a16:creationId xmlns:a16="http://schemas.microsoft.com/office/drawing/2014/main" id="{D6139591-8A8E-B2B1-CC53-1A4FC930254C}"/>
              </a:ext>
            </a:extLst>
          </p:cNvPr>
          <p:cNvSpPr txBox="1"/>
          <p:nvPr/>
        </p:nvSpPr>
        <p:spPr>
          <a:xfrm>
            <a:off x="3918855" y="4317120"/>
            <a:ext cx="7094765" cy="1360100"/>
          </a:xfrm>
          <a:prstGeom prst="rect">
            <a:avLst/>
          </a:prstGeom>
          <a:noFill/>
          <a:ln w="57150">
            <a:noFill/>
            <a:miter lim="800000"/>
          </a:ln>
        </p:spPr>
        <p:txBody>
          <a:bodyPr wrap="square" lIns="90000" tIns="90000" rIns="90000" bIns="90000" rtlCol="0" anchor="ctr" anchorCtr="0">
            <a:noAutofit/>
          </a:bodyPr>
          <a:lstStyle/>
          <a:p>
            <a:pPr marL="342900" indent="-342900">
              <a:lnSpc>
                <a:spcPct val="90000"/>
              </a:lnSpc>
              <a:spcBef>
                <a:spcPts val="400"/>
              </a:spcBef>
              <a:buFont typeface="Wingdings" panose="05000000000000000000" pitchFamily="2" charset="2"/>
              <a:buChar char="ü"/>
            </a:pPr>
            <a:r>
              <a:rPr lang="en-US" sz="1500" b="1" dirty="0">
                <a:solidFill>
                  <a:schemeClr val="bg1"/>
                </a:solidFill>
              </a:rPr>
              <a:t>Enable Cluster LVM (CLVM):  </a:t>
            </a:r>
            <a:r>
              <a:rPr lang="en-US" sz="1500" dirty="0">
                <a:solidFill>
                  <a:schemeClr val="bg1"/>
                </a:solidFill>
              </a:rPr>
              <a:t>Install the necessary packages   </a:t>
            </a:r>
            <a:br>
              <a:rPr lang="en-US" sz="1500" dirty="0">
                <a:solidFill>
                  <a:schemeClr val="bg1"/>
                </a:solidFill>
              </a:rPr>
            </a:br>
            <a:r>
              <a:rPr lang="en-US" sz="1500" dirty="0">
                <a:solidFill>
                  <a:schemeClr val="bg1"/>
                </a:solidFill>
              </a:rPr>
              <a:t>for </a:t>
            </a:r>
            <a:r>
              <a:rPr lang="en-US" sz="1500" b="1" dirty="0">
                <a:solidFill>
                  <a:schemeClr val="bg1"/>
                </a:solidFill>
              </a:rPr>
              <a:t>CLVM</a:t>
            </a:r>
            <a:r>
              <a:rPr lang="en-US" sz="1500" dirty="0">
                <a:solidFill>
                  <a:schemeClr val="bg1"/>
                </a:solidFill>
              </a:rPr>
              <a:t> (e.g., </a:t>
            </a:r>
            <a:r>
              <a:rPr lang="en-US" sz="1500" b="1" dirty="0">
                <a:solidFill>
                  <a:schemeClr val="bg1"/>
                </a:solidFill>
              </a:rPr>
              <a:t>lvm2-cluster</a:t>
            </a:r>
            <a:r>
              <a:rPr lang="en-US" sz="1500" dirty="0">
                <a:solidFill>
                  <a:schemeClr val="bg1"/>
                </a:solidFill>
              </a:rPr>
              <a:t> on RHEL/CentOS.  </a:t>
            </a:r>
            <a:br>
              <a:rPr lang="en-US" sz="1500" dirty="0">
                <a:solidFill>
                  <a:schemeClr val="bg1"/>
                </a:solidFill>
              </a:rPr>
            </a:br>
            <a:r>
              <a:rPr lang="en-US" sz="1500" dirty="0">
                <a:solidFill>
                  <a:schemeClr val="bg1"/>
                </a:solidFill>
              </a:rPr>
              <a:t>Configure </a:t>
            </a:r>
            <a:r>
              <a:rPr lang="en-US" sz="1500" b="1" dirty="0" err="1">
                <a:solidFill>
                  <a:schemeClr val="bg1"/>
                </a:solidFill>
              </a:rPr>
              <a:t>lvmlockd</a:t>
            </a:r>
            <a:r>
              <a:rPr lang="en-US" sz="1500" dirty="0">
                <a:solidFill>
                  <a:schemeClr val="bg1"/>
                </a:solidFill>
              </a:rPr>
              <a:t> and </a:t>
            </a:r>
            <a:r>
              <a:rPr lang="en-US" sz="1500" b="1" dirty="0" err="1">
                <a:solidFill>
                  <a:schemeClr val="bg1"/>
                </a:solidFill>
              </a:rPr>
              <a:t>clvmd</a:t>
            </a:r>
            <a:r>
              <a:rPr lang="en-US" sz="1500" dirty="0">
                <a:solidFill>
                  <a:schemeClr val="bg1"/>
                </a:solidFill>
              </a:rPr>
              <a:t> as Pacemaker resources.</a:t>
            </a:r>
            <a:br>
              <a:rPr lang="en-US" sz="1500" dirty="0">
                <a:solidFill>
                  <a:schemeClr val="bg1"/>
                </a:solidFill>
              </a:rPr>
            </a:br>
            <a:endParaRPr lang="en-US" sz="1500" dirty="0">
              <a:solidFill>
                <a:schemeClr val="bg1"/>
              </a:solidFill>
            </a:endParaRPr>
          </a:p>
          <a:p>
            <a:pPr marL="342900" indent="-342900">
              <a:lnSpc>
                <a:spcPct val="90000"/>
              </a:lnSpc>
              <a:spcBef>
                <a:spcPts val="400"/>
              </a:spcBef>
              <a:buFont typeface="Wingdings" panose="05000000000000000000" pitchFamily="2" charset="2"/>
              <a:buChar char="ü"/>
            </a:pPr>
            <a:r>
              <a:rPr lang="en-US" sz="1500" dirty="0">
                <a:solidFill>
                  <a:schemeClr val="bg1"/>
                </a:solidFill>
              </a:rPr>
              <a:t>Create a </a:t>
            </a:r>
            <a:r>
              <a:rPr lang="en-US" sz="1500" b="1" dirty="0">
                <a:solidFill>
                  <a:schemeClr val="bg1"/>
                </a:solidFill>
                <a:highlight>
                  <a:srgbClr val="008000"/>
                </a:highlight>
              </a:rPr>
              <a:t>DLM</a:t>
            </a:r>
            <a:r>
              <a:rPr lang="en-US" sz="1500" dirty="0">
                <a:solidFill>
                  <a:schemeClr val="bg1"/>
                </a:solidFill>
                <a:highlight>
                  <a:srgbClr val="008000"/>
                </a:highlight>
              </a:rPr>
              <a:t> (Distributed Lock Manager) </a:t>
            </a:r>
            <a:r>
              <a:rPr lang="en-US" sz="1500" dirty="0">
                <a:solidFill>
                  <a:schemeClr val="bg1"/>
                </a:solidFill>
              </a:rPr>
              <a:t>resource, which </a:t>
            </a:r>
            <a:r>
              <a:rPr lang="en-US" sz="1500" b="1" dirty="0" err="1">
                <a:solidFill>
                  <a:schemeClr val="bg1"/>
                </a:solidFill>
              </a:rPr>
              <a:t>lvmlockd</a:t>
            </a:r>
            <a:r>
              <a:rPr lang="en-US" sz="1500" dirty="0">
                <a:solidFill>
                  <a:schemeClr val="bg1"/>
                </a:solidFill>
              </a:rPr>
              <a:t> depends on.</a:t>
            </a:r>
          </a:p>
          <a:p>
            <a:pPr marL="342900" indent="-342900">
              <a:lnSpc>
                <a:spcPct val="90000"/>
              </a:lnSpc>
              <a:spcBef>
                <a:spcPts val="400"/>
              </a:spcBef>
              <a:buFont typeface="Wingdings" panose="05000000000000000000" pitchFamily="2" charset="2"/>
              <a:buChar char="ü"/>
            </a:pPr>
            <a:endParaRPr lang="en-GB" sz="1500" dirty="0" err="1">
              <a:solidFill>
                <a:schemeClr val="bg1"/>
              </a:solidFill>
            </a:endParaRPr>
          </a:p>
        </p:txBody>
      </p:sp>
    </p:spTree>
    <p:extLst>
      <p:ext uri="{BB962C8B-B14F-4D97-AF65-F5344CB8AC3E}">
        <p14:creationId xmlns:p14="http://schemas.microsoft.com/office/powerpoint/2010/main" val="1954943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6C8D3-DB85-8B39-EA12-A6384392CD8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82A3C5-D05D-9527-E77A-E0A3064B69EE}"/>
              </a:ext>
            </a:extLst>
          </p:cNvPr>
          <p:cNvSpPr>
            <a:spLocks noGrp="1"/>
          </p:cNvSpPr>
          <p:nvPr>
            <p:ph type="ftr" sz="quarter" idx="18"/>
          </p:nvPr>
        </p:nvSpPr>
        <p:spPr>
          <a:xfrm>
            <a:off x="3721696" y="6129337"/>
            <a:ext cx="7481160" cy="411581"/>
          </a:xfrm>
          <a:prstGeom prst="rect">
            <a:avLst/>
          </a:prstGeom>
        </p:spPr>
        <p:txBody>
          <a:bodyPr vert="horz" lIns="90000" tIns="0" rIns="90000" bIns="0" rtlCol="0" anchor="b"/>
          <a:lstStyle>
            <a:defPPr>
              <a:defRPr lang="en-US"/>
            </a:defPPr>
            <a:lvl1pPr marL="0" algn="r" defTabSz="914400" rtl="0" eaLnBrk="1" latinLnBrk="0" hangingPunct="1">
              <a:lnSpc>
                <a:spcPct val="90000"/>
              </a:lnSpc>
              <a:defRPr sz="1200" kern="1200" cap="none" baseline="0">
                <a:solidFill>
                  <a:schemeClr val="tx1"/>
                </a:solidFill>
                <a:latin typeface="MetricHPE" panose="020B050303020206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 | Authorized HPE Partner Use Only</a:t>
            </a:r>
            <a:endParaRPr lang="en-US" dirty="0"/>
          </a:p>
        </p:txBody>
      </p:sp>
      <p:sp>
        <p:nvSpPr>
          <p:cNvPr id="3" name="Slide Number Placeholder 2">
            <a:extLst>
              <a:ext uri="{FF2B5EF4-FFF2-40B4-BE49-F238E27FC236}">
                <a16:creationId xmlns:a16="http://schemas.microsoft.com/office/drawing/2014/main" id="{606854BE-459A-FB00-8CE7-BD7327BA687B}"/>
              </a:ext>
            </a:extLst>
          </p:cNvPr>
          <p:cNvSpPr>
            <a:spLocks noGrp="1"/>
          </p:cNvSpPr>
          <p:nvPr>
            <p:ph type="sldNum" sz="quarter" idx="19"/>
          </p:nvPr>
        </p:nvSpPr>
        <p:spPr>
          <a:xfrm>
            <a:off x="11202856" y="6301811"/>
            <a:ext cx="684344" cy="365125"/>
          </a:xfrm>
          <a:prstGeom prst="rect">
            <a:avLst/>
          </a:prstGeom>
        </p:spPr>
        <p:txBody>
          <a:bodyPr vert="horz" lIns="91440" tIns="45720" rIns="91440" bIns="45720" rtlCol="0" anchor="ctr"/>
          <a:lstStyle>
            <a:defPPr>
              <a:defRPr lang="en-US"/>
            </a:defPPr>
            <a:lvl1pPr marL="205699" indent="-205699" algn="l" defTabSz="914400" rtl="0" eaLnBrk="1" latinLnBrk="0" hangingPunct="1">
              <a:lnSpc>
                <a:spcPct val="90000"/>
              </a:lnSpc>
              <a:buSzPct val="120000"/>
              <a:buFontTx/>
              <a:buBlip>
                <a:blip r:embed="rId2"/>
              </a:buBlip>
              <a:defRPr sz="2000" kern="1200" cap="all" normalizeH="0" baseline="10000">
                <a:solidFill>
                  <a:schemeClr val="tx1"/>
                </a:solidFill>
                <a:latin typeface="MetricHPE" panose="020B050303020206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88421">
              <a:buFontTx/>
              <a:buBlip>
                <a:blip r:embed="rId2"/>
              </a:buBlip>
            </a:pPr>
            <a:fld id="{104FC826-72BB-4AF1-BA01-A94F7396A7DC}" type="slidenum">
              <a:rPr lang="en-US" smtClean="0"/>
              <a:pPr defTabSz="1088421">
                <a:buFontTx/>
                <a:buBlip>
                  <a:blip r:embed="rId2"/>
                </a:buBlip>
              </a:pPr>
              <a:t>25</a:t>
            </a:fld>
            <a:endParaRPr lang="en-US" dirty="0"/>
          </a:p>
        </p:txBody>
      </p:sp>
      <p:sp>
        <p:nvSpPr>
          <p:cNvPr id="5" name="Title 4">
            <a:extLst>
              <a:ext uri="{FF2B5EF4-FFF2-40B4-BE49-F238E27FC236}">
                <a16:creationId xmlns:a16="http://schemas.microsoft.com/office/drawing/2014/main" id="{532DE9A4-EF91-A0A7-22C9-0C788F6D2374}"/>
              </a:ext>
            </a:extLst>
          </p:cNvPr>
          <p:cNvSpPr>
            <a:spLocks noGrp="1"/>
          </p:cNvSpPr>
          <p:nvPr>
            <p:ph type="title"/>
          </p:nvPr>
        </p:nvSpPr>
        <p:spPr/>
        <p:txBody>
          <a:bodyPr/>
          <a:lstStyle/>
          <a:p>
            <a:r>
              <a:rPr lang="en-US" sz="2800" b="0" dirty="0"/>
              <a:t>HA Cluster Software &amp; password less Access between Node/Members</a:t>
            </a:r>
            <a:endParaRPr lang="en-GB" sz="2800" b="0" dirty="0"/>
          </a:p>
        </p:txBody>
      </p:sp>
      <p:sp>
        <p:nvSpPr>
          <p:cNvPr id="6" name="Flowchart: Connector 5">
            <a:extLst>
              <a:ext uri="{FF2B5EF4-FFF2-40B4-BE49-F238E27FC236}">
                <a16:creationId xmlns:a16="http://schemas.microsoft.com/office/drawing/2014/main" id="{C262199D-D0E8-DD81-62D4-D600B81EC44B}"/>
              </a:ext>
            </a:extLst>
          </p:cNvPr>
          <p:cNvSpPr/>
          <p:nvPr/>
        </p:nvSpPr>
        <p:spPr bwMode="ltGray">
          <a:xfrm>
            <a:off x="424543" y="1771650"/>
            <a:ext cx="2661557" cy="3248025"/>
          </a:xfrm>
          <a:prstGeom prst="flowChartConnector">
            <a:avLst/>
          </a:prstGeom>
          <a:noFill/>
          <a:ln w="38100">
            <a:solidFill>
              <a:srgbClr val="0D5265"/>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solidFill>
                <a:schemeClr val="tx1"/>
              </a:solidFill>
            </a:endParaRPr>
          </a:p>
        </p:txBody>
      </p:sp>
      <p:pic>
        <p:nvPicPr>
          <p:cNvPr id="8" name="Picture 7">
            <a:extLst>
              <a:ext uri="{FF2B5EF4-FFF2-40B4-BE49-F238E27FC236}">
                <a16:creationId xmlns:a16="http://schemas.microsoft.com/office/drawing/2014/main" id="{CE24EF88-5328-C61F-DEBE-BE00946072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7017" y="2086590"/>
            <a:ext cx="1670266" cy="2486771"/>
          </a:xfrm>
          <a:prstGeom prst="rect">
            <a:avLst/>
          </a:prstGeom>
        </p:spPr>
      </p:pic>
      <p:sp>
        <p:nvSpPr>
          <p:cNvPr id="9" name="Rectangle: Rounded Corners 8">
            <a:extLst>
              <a:ext uri="{FF2B5EF4-FFF2-40B4-BE49-F238E27FC236}">
                <a16:creationId xmlns:a16="http://schemas.microsoft.com/office/drawing/2014/main" id="{F55D4A64-EC7F-6568-EDB4-CFBAC1A5979F}"/>
              </a:ext>
            </a:extLst>
          </p:cNvPr>
          <p:cNvSpPr/>
          <p:nvPr/>
        </p:nvSpPr>
        <p:spPr bwMode="ltGray">
          <a:xfrm>
            <a:off x="3257549" y="1053193"/>
            <a:ext cx="8417379" cy="5143499"/>
          </a:xfrm>
          <a:prstGeom prst="roundRect">
            <a:avLst/>
          </a:prstGeom>
          <a:solidFill>
            <a:srgbClr val="0D5265"/>
          </a:solidFill>
          <a:ln w="38100">
            <a:solidFill>
              <a:srgbClr val="0D5265"/>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285750" indent="-285750" algn="ctr">
              <a:buFont typeface="Wingdings" panose="05000000000000000000" pitchFamily="2" charset="2"/>
              <a:buChar char="Ø"/>
            </a:pPr>
            <a:endParaRPr lang="en-GB" dirty="0" err="1">
              <a:solidFill>
                <a:schemeClr val="tx1"/>
              </a:solidFill>
            </a:endParaRPr>
          </a:p>
        </p:txBody>
      </p:sp>
      <p:sp>
        <p:nvSpPr>
          <p:cNvPr id="11" name="TextBox 10">
            <a:extLst>
              <a:ext uri="{FF2B5EF4-FFF2-40B4-BE49-F238E27FC236}">
                <a16:creationId xmlns:a16="http://schemas.microsoft.com/office/drawing/2014/main" id="{94CC0B05-79CB-15A8-251C-DA60444110FE}"/>
              </a:ext>
            </a:extLst>
          </p:cNvPr>
          <p:cNvSpPr txBox="1"/>
          <p:nvPr/>
        </p:nvSpPr>
        <p:spPr>
          <a:xfrm>
            <a:off x="3984171" y="1592814"/>
            <a:ext cx="6964136" cy="571964"/>
          </a:xfrm>
          <a:prstGeom prst="rect">
            <a:avLst/>
          </a:prstGeom>
          <a:noFill/>
          <a:ln w="57150">
            <a:noFill/>
            <a:miter lim="800000"/>
          </a:ln>
        </p:spPr>
        <p:txBody>
          <a:bodyPr wrap="square" lIns="90000" tIns="90000" rIns="90000" bIns="90000" rtlCol="0" anchor="ctr" anchorCtr="0">
            <a:noAutofit/>
          </a:bodyPr>
          <a:lstStyle/>
          <a:p>
            <a:pPr marL="285750" indent="-285750">
              <a:lnSpc>
                <a:spcPct val="90000"/>
              </a:lnSpc>
              <a:spcBef>
                <a:spcPts val="400"/>
              </a:spcBef>
              <a:buFont typeface="Arial" panose="020B0604020202020204" pitchFamily="34" charset="0"/>
              <a:buChar char="•"/>
            </a:pPr>
            <a:endParaRPr lang="en-US" b="1" dirty="0">
              <a:solidFill>
                <a:schemeClr val="bg1"/>
              </a:solidFill>
            </a:endParaRPr>
          </a:p>
          <a:p>
            <a:pPr marL="285750" indent="-285750">
              <a:lnSpc>
                <a:spcPct val="90000"/>
              </a:lnSpc>
              <a:spcBef>
                <a:spcPts val="400"/>
              </a:spcBef>
              <a:buFont typeface="Wingdings" panose="05000000000000000000" pitchFamily="2" charset="2"/>
              <a:buChar char="ü"/>
            </a:pPr>
            <a:r>
              <a:rPr lang="en-US" sz="2000" b="1" dirty="0">
                <a:solidFill>
                  <a:schemeClr val="bg1"/>
                </a:solidFill>
              </a:rPr>
              <a:t>Required Packages the pcs, pacemaker, corosync, resource-agents, and appropriate fence-agent packages must be installed on all nodes</a:t>
            </a:r>
            <a:r>
              <a:rPr lang="en-US" b="1" dirty="0">
                <a:solidFill>
                  <a:schemeClr val="bg1"/>
                </a:solidFill>
              </a:rPr>
              <a:t>.</a:t>
            </a:r>
          </a:p>
          <a:p>
            <a:pPr marL="0" indent="0">
              <a:lnSpc>
                <a:spcPct val="90000"/>
              </a:lnSpc>
              <a:spcBef>
                <a:spcPts val="400"/>
              </a:spcBef>
              <a:buFont typeface="MetricHPE" panose="020B0503030202060203" pitchFamily="34" charset="0"/>
              <a:buNone/>
            </a:pPr>
            <a:endParaRPr lang="en-US" sz="2400" b="1" dirty="0">
              <a:solidFill>
                <a:schemeClr val="bg1"/>
              </a:solidFill>
            </a:endParaRPr>
          </a:p>
        </p:txBody>
      </p:sp>
      <p:sp>
        <p:nvSpPr>
          <p:cNvPr id="12" name="TextBox 11">
            <a:extLst>
              <a:ext uri="{FF2B5EF4-FFF2-40B4-BE49-F238E27FC236}">
                <a16:creationId xmlns:a16="http://schemas.microsoft.com/office/drawing/2014/main" id="{56821420-DC95-3A8E-4238-E1C6D0144C14}"/>
              </a:ext>
            </a:extLst>
          </p:cNvPr>
          <p:cNvSpPr txBox="1"/>
          <p:nvPr/>
        </p:nvSpPr>
        <p:spPr>
          <a:xfrm>
            <a:off x="3984170" y="2636662"/>
            <a:ext cx="7094765" cy="995825"/>
          </a:xfrm>
          <a:prstGeom prst="rect">
            <a:avLst/>
          </a:prstGeom>
          <a:noFill/>
          <a:ln w="57150">
            <a:noFill/>
            <a:miter lim="800000"/>
          </a:ln>
        </p:spPr>
        <p:txBody>
          <a:bodyPr wrap="square" lIns="90000" tIns="90000" rIns="90000" bIns="90000" rtlCol="0" anchor="ctr" anchorCtr="0">
            <a:noAutofit/>
          </a:bodyPr>
          <a:lstStyle/>
          <a:p>
            <a:pPr marL="285750" indent="-285750">
              <a:lnSpc>
                <a:spcPct val="90000"/>
              </a:lnSpc>
              <a:spcBef>
                <a:spcPts val="400"/>
              </a:spcBef>
              <a:buFont typeface="Arial" panose="020B0604020202020204" pitchFamily="34" charset="0"/>
              <a:buChar char="•"/>
            </a:pPr>
            <a:endParaRPr lang="en-US" b="1" dirty="0">
              <a:solidFill>
                <a:schemeClr val="bg1"/>
              </a:solidFill>
            </a:endParaRPr>
          </a:p>
          <a:p>
            <a:pPr marL="285750" indent="-285750">
              <a:lnSpc>
                <a:spcPct val="90000"/>
              </a:lnSpc>
              <a:spcBef>
                <a:spcPts val="400"/>
              </a:spcBef>
              <a:buFont typeface="Wingdings" panose="05000000000000000000" pitchFamily="2" charset="2"/>
              <a:buChar char="ü"/>
            </a:pPr>
            <a:r>
              <a:rPr lang="en-US" sz="2000" b="1" dirty="0">
                <a:solidFill>
                  <a:schemeClr val="bg1"/>
                </a:solidFill>
              </a:rPr>
              <a:t>hacluster User The installation process creates a system user named hacluster. A password for this user must be set on all nodes, and it should be the same on each to simplify configuration.</a:t>
            </a:r>
          </a:p>
          <a:p>
            <a:pPr marL="0" indent="0">
              <a:lnSpc>
                <a:spcPct val="90000"/>
              </a:lnSpc>
              <a:spcBef>
                <a:spcPts val="400"/>
              </a:spcBef>
              <a:buFont typeface="MetricHPE" panose="020B0503030202060203" pitchFamily="34" charset="0"/>
              <a:buNone/>
            </a:pPr>
            <a:endParaRPr lang="en-GB" sz="2000" dirty="0" err="1">
              <a:solidFill>
                <a:schemeClr val="bg1"/>
              </a:solidFill>
            </a:endParaRPr>
          </a:p>
        </p:txBody>
      </p:sp>
      <p:sp>
        <p:nvSpPr>
          <p:cNvPr id="14" name="TextBox 13">
            <a:extLst>
              <a:ext uri="{FF2B5EF4-FFF2-40B4-BE49-F238E27FC236}">
                <a16:creationId xmlns:a16="http://schemas.microsoft.com/office/drawing/2014/main" id="{9E8D9974-2FC4-6B49-1217-AEEDC7DAF2FD}"/>
              </a:ext>
            </a:extLst>
          </p:cNvPr>
          <p:cNvSpPr txBox="1"/>
          <p:nvPr/>
        </p:nvSpPr>
        <p:spPr>
          <a:xfrm>
            <a:off x="3984170" y="3748247"/>
            <a:ext cx="7094765" cy="1617987"/>
          </a:xfrm>
          <a:prstGeom prst="rect">
            <a:avLst/>
          </a:prstGeom>
          <a:noFill/>
          <a:ln w="57150">
            <a:noFill/>
            <a:miter lim="800000"/>
          </a:ln>
        </p:spPr>
        <p:txBody>
          <a:bodyPr wrap="square" lIns="90000" tIns="90000" rIns="90000" bIns="90000" rtlCol="0" anchor="ctr" anchorCtr="0">
            <a:noAutofit/>
          </a:bodyPr>
          <a:lstStyle/>
          <a:p>
            <a:pPr>
              <a:lnSpc>
                <a:spcPct val="90000"/>
              </a:lnSpc>
              <a:spcBef>
                <a:spcPts val="400"/>
              </a:spcBef>
            </a:pPr>
            <a:endParaRPr lang="en-US" b="1" dirty="0">
              <a:solidFill>
                <a:schemeClr val="bg1"/>
              </a:solidFill>
            </a:endParaRPr>
          </a:p>
          <a:p>
            <a:pPr>
              <a:lnSpc>
                <a:spcPct val="90000"/>
              </a:lnSpc>
              <a:spcBef>
                <a:spcPts val="400"/>
              </a:spcBef>
            </a:pPr>
            <a:endParaRPr lang="en-US" b="1" dirty="0">
              <a:solidFill>
                <a:schemeClr val="bg1"/>
              </a:solidFill>
            </a:endParaRPr>
          </a:p>
          <a:p>
            <a:pPr marL="285750" indent="-285750">
              <a:lnSpc>
                <a:spcPct val="90000"/>
              </a:lnSpc>
              <a:spcBef>
                <a:spcPts val="400"/>
              </a:spcBef>
              <a:buFont typeface="Wingdings" panose="05000000000000000000" pitchFamily="2" charset="2"/>
              <a:buChar char="ü"/>
            </a:pPr>
            <a:r>
              <a:rPr lang="en-US" sz="2000" b="1" dirty="0">
                <a:solidFill>
                  <a:schemeClr val="bg1"/>
                </a:solidFill>
              </a:rPr>
              <a:t>Passwordless SSH (Optional but Recommended) For simplified management and troubleshooting tools (like Log report or History Explorer), passwordless SSH access for the root user ( potentially other application users) between all cluster nodes is highly recommended. </a:t>
            </a:r>
          </a:p>
          <a:p>
            <a:pPr marL="0" indent="0">
              <a:lnSpc>
                <a:spcPct val="90000"/>
              </a:lnSpc>
              <a:spcBef>
                <a:spcPts val="400"/>
              </a:spcBef>
              <a:buFont typeface="MetricHPE" panose="020B0503030202060203" pitchFamily="34" charset="0"/>
              <a:buNone/>
            </a:pPr>
            <a:endParaRPr lang="en-GB" sz="2000" dirty="0" err="1">
              <a:solidFill>
                <a:schemeClr val="bg1"/>
              </a:solidFill>
            </a:endParaRPr>
          </a:p>
        </p:txBody>
      </p:sp>
    </p:spTree>
    <p:extLst>
      <p:ext uri="{BB962C8B-B14F-4D97-AF65-F5344CB8AC3E}">
        <p14:creationId xmlns:p14="http://schemas.microsoft.com/office/powerpoint/2010/main" val="1564321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04CEE-3FEE-1745-A39E-E72C7272C0B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DD80EE-B5B3-9E51-3FC6-578378F4ADC5}"/>
              </a:ext>
            </a:extLst>
          </p:cNvPr>
          <p:cNvSpPr>
            <a:spLocks noGrp="1"/>
          </p:cNvSpPr>
          <p:nvPr>
            <p:ph type="ftr" sz="quarter" idx="18"/>
          </p:nvPr>
        </p:nvSpPr>
        <p:spPr>
          <a:xfrm>
            <a:off x="3721696" y="6129337"/>
            <a:ext cx="7481160" cy="411581"/>
          </a:xfrm>
          <a:prstGeom prst="rect">
            <a:avLst/>
          </a:prstGeom>
        </p:spPr>
        <p:txBody>
          <a:bodyPr vert="horz" lIns="90000" tIns="0" rIns="90000" bIns="0" rtlCol="0" anchor="b"/>
          <a:lstStyle>
            <a:defPPr>
              <a:defRPr lang="en-US"/>
            </a:defPPr>
            <a:lvl1pPr marL="0" algn="r" defTabSz="914400" rtl="0" eaLnBrk="1" latinLnBrk="0" hangingPunct="1">
              <a:lnSpc>
                <a:spcPct val="90000"/>
              </a:lnSpc>
              <a:defRPr sz="1200" kern="1200" cap="none" baseline="0">
                <a:solidFill>
                  <a:schemeClr val="tx1"/>
                </a:solidFill>
                <a:latin typeface="MetricHPE" panose="020B050303020206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 | Authorized HPE Partner Use Only</a:t>
            </a:r>
            <a:endParaRPr lang="en-US" dirty="0"/>
          </a:p>
        </p:txBody>
      </p:sp>
      <p:sp>
        <p:nvSpPr>
          <p:cNvPr id="3" name="Slide Number Placeholder 2">
            <a:extLst>
              <a:ext uri="{FF2B5EF4-FFF2-40B4-BE49-F238E27FC236}">
                <a16:creationId xmlns:a16="http://schemas.microsoft.com/office/drawing/2014/main" id="{62E8AD04-935C-CB0E-3E7F-055BBB9A74F5}"/>
              </a:ext>
            </a:extLst>
          </p:cNvPr>
          <p:cNvSpPr>
            <a:spLocks noGrp="1"/>
          </p:cNvSpPr>
          <p:nvPr>
            <p:ph type="sldNum" sz="quarter" idx="19"/>
          </p:nvPr>
        </p:nvSpPr>
        <p:spPr>
          <a:xfrm>
            <a:off x="11202856" y="6301811"/>
            <a:ext cx="684344" cy="365125"/>
          </a:xfrm>
          <a:prstGeom prst="rect">
            <a:avLst/>
          </a:prstGeom>
        </p:spPr>
        <p:txBody>
          <a:bodyPr vert="horz" lIns="91440" tIns="45720" rIns="91440" bIns="45720" rtlCol="0" anchor="ctr"/>
          <a:lstStyle>
            <a:defPPr>
              <a:defRPr lang="en-US"/>
            </a:defPPr>
            <a:lvl1pPr marL="205699" indent="-205699" algn="l" defTabSz="914400" rtl="0" eaLnBrk="1" latinLnBrk="0" hangingPunct="1">
              <a:lnSpc>
                <a:spcPct val="90000"/>
              </a:lnSpc>
              <a:buSzPct val="120000"/>
              <a:buFontTx/>
              <a:buBlip>
                <a:blip r:embed="rId2"/>
              </a:buBlip>
              <a:defRPr sz="2000" kern="1200" cap="all" normalizeH="0" baseline="10000">
                <a:solidFill>
                  <a:schemeClr val="tx1"/>
                </a:solidFill>
                <a:latin typeface="MetricHPE" panose="020B050303020206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88421">
              <a:buFontTx/>
              <a:buBlip>
                <a:blip r:embed="rId2"/>
              </a:buBlip>
            </a:pPr>
            <a:fld id="{104FC826-72BB-4AF1-BA01-A94F7396A7DC}" type="slidenum">
              <a:rPr lang="en-US" smtClean="0"/>
              <a:pPr defTabSz="1088421">
                <a:buFontTx/>
                <a:buBlip>
                  <a:blip r:embed="rId2"/>
                </a:buBlip>
              </a:pPr>
              <a:t>26</a:t>
            </a:fld>
            <a:endParaRPr lang="en-US" dirty="0"/>
          </a:p>
        </p:txBody>
      </p:sp>
      <p:sp>
        <p:nvSpPr>
          <p:cNvPr id="5" name="Title 4">
            <a:extLst>
              <a:ext uri="{FF2B5EF4-FFF2-40B4-BE49-F238E27FC236}">
                <a16:creationId xmlns:a16="http://schemas.microsoft.com/office/drawing/2014/main" id="{EBBC5667-3084-10C3-59D0-824C6DBE5955}"/>
              </a:ext>
            </a:extLst>
          </p:cNvPr>
          <p:cNvSpPr>
            <a:spLocks noGrp="1"/>
          </p:cNvSpPr>
          <p:nvPr>
            <p:ph type="title"/>
          </p:nvPr>
        </p:nvSpPr>
        <p:spPr/>
        <p:txBody>
          <a:bodyPr/>
          <a:lstStyle/>
          <a:p>
            <a:r>
              <a:rPr lang="en-US" b="0" dirty="0"/>
              <a:t>HA Cluster Mechanisms</a:t>
            </a:r>
            <a:endParaRPr lang="en-GB" b="0" dirty="0"/>
          </a:p>
        </p:txBody>
      </p:sp>
      <p:sp>
        <p:nvSpPr>
          <p:cNvPr id="6" name="Flowchart: Connector 5">
            <a:extLst>
              <a:ext uri="{FF2B5EF4-FFF2-40B4-BE49-F238E27FC236}">
                <a16:creationId xmlns:a16="http://schemas.microsoft.com/office/drawing/2014/main" id="{DD00E109-FEB4-6028-502F-8924672C29D7}"/>
              </a:ext>
            </a:extLst>
          </p:cNvPr>
          <p:cNvSpPr/>
          <p:nvPr/>
        </p:nvSpPr>
        <p:spPr bwMode="ltGray">
          <a:xfrm>
            <a:off x="424543" y="1771650"/>
            <a:ext cx="2661557" cy="3248025"/>
          </a:xfrm>
          <a:prstGeom prst="flowChartConnector">
            <a:avLst/>
          </a:prstGeom>
          <a:noFill/>
          <a:ln w="38100">
            <a:solidFill>
              <a:srgbClr val="0D5265"/>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solidFill>
                <a:schemeClr val="tx1"/>
              </a:solidFill>
            </a:endParaRPr>
          </a:p>
        </p:txBody>
      </p:sp>
      <p:pic>
        <p:nvPicPr>
          <p:cNvPr id="8" name="Picture 7">
            <a:extLst>
              <a:ext uri="{FF2B5EF4-FFF2-40B4-BE49-F238E27FC236}">
                <a16:creationId xmlns:a16="http://schemas.microsoft.com/office/drawing/2014/main" id="{144290B9-945C-04FE-376B-A9B941E1F8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7017" y="2086590"/>
            <a:ext cx="1670266" cy="2486771"/>
          </a:xfrm>
          <a:prstGeom prst="rect">
            <a:avLst/>
          </a:prstGeom>
        </p:spPr>
      </p:pic>
      <p:sp>
        <p:nvSpPr>
          <p:cNvPr id="9" name="Rectangle: Rounded Corners 8">
            <a:extLst>
              <a:ext uri="{FF2B5EF4-FFF2-40B4-BE49-F238E27FC236}">
                <a16:creationId xmlns:a16="http://schemas.microsoft.com/office/drawing/2014/main" id="{5BEBFED6-FA15-4B8B-E5EF-2CF948599A02}"/>
              </a:ext>
            </a:extLst>
          </p:cNvPr>
          <p:cNvSpPr/>
          <p:nvPr/>
        </p:nvSpPr>
        <p:spPr bwMode="ltGray">
          <a:xfrm>
            <a:off x="3347357" y="999005"/>
            <a:ext cx="8436655" cy="5097015"/>
          </a:xfrm>
          <a:prstGeom prst="roundRect">
            <a:avLst/>
          </a:prstGeom>
          <a:solidFill>
            <a:srgbClr val="0D5265"/>
          </a:solidFill>
          <a:ln w="38100">
            <a:solidFill>
              <a:srgbClr val="0D5265"/>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285750" indent="-285750" algn="ctr">
              <a:buFont typeface="Wingdings" panose="05000000000000000000" pitchFamily="2" charset="2"/>
              <a:buChar char="Ø"/>
            </a:pPr>
            <a:endParaRPr lang="en-GB" dirty="0" err="1">
              <a:solidFill>
                <a:schemeClr val="tx1"/>
              </a:solidFill>
            </a:endParaRPr>
          </a:p>
        </p:txBody>
      </p:sp>
      <p:sp>
        <p:nvSpPr>
          <p:cNvPr id="11" name="TextBox 10">
            <a:extLst>
              <a:ext uri="{FF2B5EF4-FFF2-40B4-BE49-F238E27FC236}">
                <a16:creationId xmlns:a16="http://schemas.microsoft.com/office/drawing/2014/main" id="{9702C289-9B21-8AFA-E207-9288A364D7D0}"/>
              </a:ext>
            </a:extLst>
          </p:cNvPr>
          <p:cNvSpPr txBox="1"/>
          <p:nvPr/>
        </p:nvSpPr>
        <p:spPr>
          <a:xfrm>
            <a:off x="3918857" y="1180418"/>
            <a:ext cx="6858000" cy="1410382"/>
          </a:xfrm>
          <a:prstGeom prst="rect">
            <a:avLst/>
          </a:prstGeom>
          <a:noFill/>
          <a:ln w="57150">
            <a:noFill/>
            <a:miter lim="800000"/>
          </a:ln>
        </p:spPr>
        <p:txBody>
          <a:bodyPr wrap="square" lIns="90000" tIns="90000" rIns="90000" bIns="90000" rtlCol="0" anchor="ctr" anchorCtr="0">
            <a:noAutofit/>
          </a:bodyPr>
          <a:lstStyle/>
          <a:p>
            <a:pPr marL="285750" indent="-285750">
              <a:lnSpc>
                <a:spcPct val="90000"/>
              </a:lnSpc>
              <a:spcBef>
                <a:spcPts val="400"/>
              </a:spcBef>
              <a:buFont typeface="Arial" panose="020B0604020202020204" pitchFamily="34" charset="0"/>
              <a:buChar char="•"/>
            </a:pPr>
            <a:endParaRPr lang="en-US" sz="1600" b="1" dirty="0">
              <a:solidFill>
                <a:schemeClr val="bg1"/>
              </a:solidFill>
            </a:endParaRPr>
          </a:p>
          <a:p>
            <a:pPr>
              <a:lnSpc>
                <a:spcPct val="90000"/>
              </a:lnSpc>
              <a:spcBef>
                <a:spcPts val="400"/>
              </a:spcBef>
            </a:pPr>
            <a:endParaRPr lang="en-US" sz="1600" b="1" dirty="0">
              <a:solidFill>
                <a:schemeClr val="bg1"/>
              </a:solidFill>
            </a:endParaRPr>
          </a:p>
          <a:p>
            <a:pPr marL="285750" indent="-285750">
              <a:lnSpc>
                <a:spcPct val="90000"/>
              </a:lnSpc>
              <a:spcBef>
                <a:spcPts val="400"/>
              </a:spcBef>
              <a:buFont typeface="Wingdings" panose="05000000000000000000" pitchFamily="2" charset="2"/>
              <a:buChar char="§"/>
            </a:pPr>
            <a:r>
              <a:rPr lang="en-US" b="1" dirty="0">
                <a:solidFill>
                  <a:schemeClr val="bg1"/>
                </a:solidFill>
              </a:rPr>
              <a:t>Fencing (STONITH) A fencing mechanism is mandatory for a supported production cluster to prevent "split-brain" scenarios and ensure data integrity. This typically involves:</a:t>
            </a:r>
          </a:p>
          <a:p>
            <a:pPr>
              <a:lnSpc>
                <a:spcPct val="90000"/>
              </a:lnSpc>
              <a:spcBef>
                <a:spcPts val="400"/>
              </a:spcBef>
            </a:pPr>
            <a:endParaRPr lang="en-US" sz="1600" b="1" dirty="0">
              <a:solidFill>
                <a:schemeClr val="bg1"/>
              </a:solidFill>
            </a:endParaRPr>
          </a:p>
          <a:p>
            <a:pPr marL="0" indent="0">
              <a:lnSpc>
                <a:spcPct val="90000"/>
              </a:lnSpc>
              <a:spcBef>
                <a:spcPts val="400"/>
              </a:spcBef>
              <a:buFont typeface="MetricHPE" panose="020B0503030202060203" pitchFamily="34" charset="0"/>
              <a:buNone/>
            </a:pPr>
            <a:endParaRPr lang="en-US" sz="2000" b="1" dirty="0">
              <a:solidFill>
                <a:schemeClr val="bg1"/>
              </a:solidFill>
            </a:endParaRPr>
          </a:p>
        </p:txBody>
      </p:sp>
      <p:sp>
        <p:nvSpPr>
          <p:cNvPr id="12" name="TextBox 11">
            <a:extLst>
              <a:ext uri="{FF2B5EF4-FFF2-40B4-BE49-F238E27FC236}">
                <a16:creationId xmlns:a16="http://schemas.microsoft.com/office/drawing/2014/main" id="{2BBFBBF3-C435-0FD1-E73E-75784B7CC572}"/>
              </a:ext>
            </a:extLst>
          </p:cNvPr>
          <p:cNvSpPr txBox="1"/>
          <p:nvPr/>
        </p:nvSpPr>
        <p:spPr>
          <a:xfrm>
            <a:off x="3907970" y="2140914"/>
            <a:ext cx="7094765" cy="1605902"/>
          </a:xfrm>
          <a:prstGeom prst="rect">
            <a:avLst/>
          </a:prstGeom>
          <a:noFill/>
          <a:ln w="57150">
            <a:noFill/>
            <a:miter lim="800000"/>
          </a:ln>
        </p:spPr>
        <p:txBody>
          <a:bodyPr wrap="square" lIns="90000" tIns="90000" rIns="90000" bIns="90000" rtlCol="0" anchor="ctr" anchorCtr="0">
            <a:noAutofit/>
          </a:bodyPr>
          <a:lstStyle/>
          <a:p>
            <a:pPr marL="285750" indent="-285750">
              <a:lnSpc>
                <a:spcPct val="90000"/>
              </a:lnSpc>
              <a:spcBef>
                <a:spcPts val="400"/>
              </a:spcBef>
              <a:buFont typeface="Wingdings" panose="05000000000000000000" pitchFamily="2" charset="2"/>
              <a:buChar char="§"/>
            </a:pPr>
            <a:r>
              <a:rPr lang="en-US" b="1" dirty="0">
                <a:solidFill>
                  <a:schemeClr val="bg1"/>
                </a:solidFill>
              </a:rPr>
              <a:t>STONITH ("Shoot the other node in the head") devices, such as a managed power switch, a storage-based device (SBD), or a cloud-specific agent (e.g., for AWS or Azure).</a:t>
            </a:r>
          </a:p>
          <a:p>
            <a:pPr marL="0" indent="0">
              <a:lnSpc>
                <a:spcPct val="90000"/>
              </a:lnSpc>
              <a:spcBef>
                <a:spcPts val="400"/>
              </a:spcBef>
              <a:buFont typeface="MetricHPE" panose="020B0503030202060203" pitchFamily="34" charset="0"/>
              <a:buNone/>
            </a:pPr>
            <a:endParaRPr lang="en-GB" sz="1600" b="1" dirty="0" err="1">
              <a:solidFill>
                <a:schemeClr val="bg1"/>
              </a:solidFill>
            </a:endParaRPr>
          </a:p>
        </p:txBody>
      </p:sp>
      <p:sp>
        <p:nvSpPr>
          <p:cNvPr id="14" name="TextBox 13">
            <a:extLst>
              <a:ext uri="{FF2B5EF4-FFF2-40B4-BE49-F238E27FC236}">
                <a16:creationId xmlns:a16="http://schemas.microsoft.com/office/drawing/2014/main" id="{F64C5B87-9EAE-FB63-D53A-2F5BA81267D5}"/>
              </a:ext>
            </a:extLst>
          </p:cNvPr>
          <p:cNvSpPr txBox="1"/>
          <p:nvPr/>
        </p:nvSpPr>
        <p:spPr>
          <a:xfrm>
            <a:off x="3907970" y="3107055"/>
            <a:ext cx="7094765" cy="1051342"/>
          </a:xfrm>
          <a:prstGeom prst="rect">
            <a:avLst/>
          </a:prstGeom>
          <a:noFill/>
          <a:ln w="57150">
            <a:noFill/>
            <a:miter lim="800000"/>
          </a:ln>
        </p:spPr>
        <p:txBody>
          <a:bodyPr wrap="square" lIns="90000" tIns="90000" rIns="90000" bIns="90000" rtlCol="0" anchor="ctr" anchorCtr="0">
            <a:noAutofit/>
          </a:bodyPr>
          <a:lstStyle/>
          <a:p>
            <a:pPr>
              <a:lnSpc>
                <a:spcPct val="90000"/>
              </a:lnSpc>
              <a:spcBef>
                <a:spcPts val="400"/>
              </a:spcBef>
            </a:pPr>
            <a:endParaRPr lang="en-US" sz="1600" b="1" dirty="0">
              <a:solidFill>
                <a:schemeClr val="bg1"/>
              </a:solidFill>
            </a:endParaRPr>
          </a:p>
          <a:p>
            <a:pPr marL="285750" indent="-285750">
              <a:lnSpc>
                <a:spcPct val="90000"/>
              </a:lnSpc>
              <a:spcBef>
                <a:spcPts val="400"/>
              </a:spcBef>
              <a:buFont typeface="Wingdings" panose="05000000000000000000" pitchFamily="2" charset="2"/>
              <a:buChar char="§"/>
            </a:pPr>
            <a:r>
              <a:rPr lang="en-US" b="1" dirty="0">
                <a:solidFill>
                  <a:schemeClr val="bg1"/>
                </a:solidFill>
              </a:rPr>
              <a:t>The global cluster option stonith-enabled must be set to true</a:t>
            </a:r>
            <a:r>
              <a:rPr lang="en-US" sz="1600" b="1" dirty="0">
                <a:solidFill>
                  <a:schemeClr val="bg1"/>
                </a:solidFill>
              </a:rPr>
              <a:t>.</a:t>
            </a:r>
          </a:p>
          <a:p>
            <a:pPr>
              <a:lnSpc>
                <a:spcPct val="90000"/>
              </a:lnSpc>
              <a:spcBef>
                <a:spcPts val="400"/>
              </a:spcBef>
            </a:pPr>
            <a:endParaRPr lang="en-US" sz="1600" b="1" dirty="0">
              <a:solidFill>
                <a:schemeClr val="bg1"/>
              </a:solidFill>
            </a:endParaRPr>
          </a:p>
          <a:p>
            <a:pPr marL="0" indent="0">
              <a:lnSpc>
                <a:spcPct val="90000"/>
              </a:lnSpc>
              <a:spcBef>
                <a:spcPts val="400"/>
              </a:spcBef>
              <a:buFont typeface="MetricHPE" panose="020B0503030202060203" pitchFamily="34" charset="0"/>
              <a:buNone/>
            </a:pPr>
            <a:endParaRPr lang="en-GB" dirty="0">
              <a:solidFill>
                <a:schemeClr val="bg1"/>
              </a:solidFill>
            </a:endParaRPr>
          </a:p>
        </p:txBody>
      </p:sp>
      <p:sp>
        <p:nvSpPr>
          <p:cNvPr id="4" name="TextBox 3">
            <a:extLst>
              <a:ext uri="{FF2B5EF4-FFF2-40B4-BE49-F238E27FC236}">
                <a16:creationId xmlns:a16="http://schemas.microsoft.com/office/drawing/2014/main" id="{03DCA336-9D97-16B7-4CDC-70C3B0445849}"/>
              </a:ext>
            </a:extLst>
          </p:cNvPr>
          <p:cNvSpPr txBox="1"/>
          <p:nvPr/>
        </p:nvSpPr>
        <p:spPr>
          <a:xfrm>
            <a:off x="3907970" y="4158397"/>
            <a:ext cx="7247166" cy="1590027"/>
          </a:xfrm>
          <a:prstGeom prst="rect">
            <a:avLst/>
          </a:prstGeom>
          <a:noFill/>
          <a:ln w="57150">
            <a:noFill/>
            <a:miter lim="800000"/>
          </a:ln>
        </p:spPr>
        <p:txBody>
          <a:bodyPr wrap="square" lIns="90000" tIns="90000" rIns="90000" bIns="90000" rtlCol="0" anchor="ctr" anchorCtr="0">
            <a:noAutofit/>
          </a:bodyPr>
          <a:lstStyle/>
          <a:p>
            <a:pPr>
              <a:lnSpc>
                <a:spcPct val="90000"/>
              </a:lnSpc>
              <a:spcBef>
                <a:spcPts val="400"/>
              </a:spcBef>
            </a:pPr>
            <a:endParaRPr lang="en-US" sz="1600" b="1" dirty="0">
              <a:solidFill>
                <a:schemeClr val="bg1"/>
              </a:solidFill>
            </a:endParaRPr>
          </a:p>
          <a:p>
            <a:pPr marL="285750" indent="-285750">
              <a:lnSpc>
                <a:spcPct val="90000"/>
              </a:lnSpc>
              <a:spcBef>
                <a:spcPts val="400"/>
              </a:spcBef>
              <a:buFont typeface="Wingdings" panose="05000000000000000000" pitchFamily="2" charset="2"/>
              <a:buChar char="§"/>
            </a:pPr>
            <a:r>
              <a:rPr lang="en-US" b="1" dirty="0">
                <a:solidFill>
                  <a:schemeClr val="bg1"/>
                </a:solidFill>
              </a:rPr>
              <a:t>Quorum For clusters with more than two nodes, using an odd number of nodes is strongly recommended to easily achieve a quorum (a majority decision on cluster status). For two-node clusters, a Q Device (Quorum Device) on a separate third host or SBD (STONITH by disk) is typically used for robust quorum determination. </a:t>
            </a:r>
          </a:p>
          <a:p>
            <a:pPr marL="285750" indent="-285750">
              <a:lnSpc>
                <a:spcPct val="90000"/>
              </a:lnSpc>
              <a:spcBef>
                <a:spcPts val="400"/>
              </a:spcBef>
              <a:buFont typeface="Wingdings" panose="05000000000000000000" pitchFamily="2" charset="2"/>
              <a:buChar char="§"/>
            </a:pPr>
            <a:endParaRPr lang="en-US" sz="1600" b="1" dirty="0">
              <a:solidFill>
                <a:schemeClr val="bg1"/>
              </a:solidFill>
            </a:endParaRPr>
          </a:p>
          <a:p>
            <a:pPr>
              <a:lnSpc>
                <a:spcPct val="90000"/>
              </a:lnSpc>
              <a:spcBef>
                <a:spcPts val="400"/>
              </a:spcBef>
            </a:pPr>
            <a:endParaRPr lang="en-US" sz="1600" b="1" dirty="0">
              <a:solidFill>
                <a:schemeClr val="bg1"/>
              </a:solidFill>
            </a:endParaRPr>
          </a:p>
          <a:p>
            <a:pPr marL="0" indent="0">
              <a:lnSpc>
                <a:spcPct val="90000"/>
              </a:lnSpc>
              <a:spcBef>
                <a:spcPts val="400"/>
              </a:spcBef>
              <a:buFont typeface="MetricHPE" panose="020B0503030202060203" pitchFamily="34" charset="0"/>
              <a:buNone/>
            </a:pPr>
            <a:endParaRPr lang="en-GB" dirty="0">
              <a:solidFill>
                <a:schemeClr val="bg1"/>
              </a:solidFill>
            </a:endParaRPr>
          </a:p>
        </p:txBody>
      </p:sp>
    </p:spTree>
    <p:extLst>
      <p:ext uri="{BB962C8B-B14F-4D97-AF65-F5344CB8AC3E}">
        <p14:creationId xmlns:p14="http://schemas.microsoft.com/office/powerpoint/2010/main" val="1500200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4DC9-20B5-29B4-9590-6E9A2A8C10F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17C56A6-5277-D713-5422-9DDED2199686}"/>
              </a:ext>
            </a:extLst>
          </p:cNvPr>
          <p:cNvSpPr>
            <a:spLocks noGrp="1"/>
          </p:cNvSpPr>
          <p:nvPr>
            <p:ph type="ftr" sz="quarter" idx="18"/>
          </p:nvPr>
        </p:nvSpPr>
        <p:spPr>
          <a:xfrm>
            <a:off x="3721696" y="6129337"/>
            <a:ext cx="7481160" cy="411581"/>
          </a:xfrm>
          <a:prstGeom prst="rect">
            <a:avLst/>
          </a:prstGeom>
        </p:spPr>
        <p:txBody>
          <a:bodyPr vert="horz" lIns="90000" tIns="0" rIns="90000" bIns="0" rtlCol="0" anchor="b"/>
          <a:lstStyle>
            <a:defPPr>
              <a:defRPr lang="en-US"/>
            </a:defPPr>
            <a:lvl1pPr marL="0" algn="r" defTabSz="914400" rtl="0" eaLnBrk="1" latinLnBrk="0" hangingPunct="1">
              <a:lnSpc>
                <a:spcPct val="90000"/>
              </a:lnSpc>
              <a:defRPr sz="1200" kern="1200" cap="none" baseline="0">
                <a:solidFill>
                  <a:schemeClr val="tx1"/>
                </a:solidFill>
                <a:latin typeface="MetricHPE" panose="020B050303020206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 | Authorized HPE Partner Use Only</a:t>
            </a:r>
            <a:endParaRPr lang="en-US" dirty="0"/>
          </a:p>
        </p:txBody>
      </p:sp>
      <p:sp>
        <p:nvSpPr>
          <p:cNvPr id="3" name="Slide Number Placeholder 2">
            <a:extLst>
              <a:ext uri="{FF2B5EF4-FFF2-40B4-BE49-F238E27FC236}">
                <a16:creationId xmlns:a16="http://schemas.microsoft.com/office/drawing/2014/main" id="{8D5A441B-91AD-C23A-388E-E642E6A1E7C8}"/>
              </a:ext>
            </a:extLst>
          </p:cNvPr>
          <p:cNvSpPr>
            <a:spLocks noGrp="1"/>
          </p:cNvSpPr>
          <p:nvPr>
            <p:ph type="sldNum" sz="quarter" idx="19"/>
          </p:nvPr>
        </p:nvSpPr>
        <p:spPr>
          <a:xfrm>
            <a:off x="11202856" y="6301811"/>
            <a:ext cx="684344" cy="365125"/>
          </a:xfrm>
          <a:prstGeom prst="rect">
            <a:avLst/>
          </a:prstGeom>
        </p:spPr>
        <p:txBody>
          <a:bodyPr vert="horz" lIns="91440" tIns="45720" rIns="91440" bIns="45720" rtlCol="0" anchor="ctr"/>
          <a:lstStyle>
            <a:defPPr>
              <a:defRPr lang="en-US"/>
            </a:defPPr>
            <a:lvl1pPr marL="205699" indent="-205699" algn="l" defTabSz="914400" rtl="0" eaLnBrk="1" latinLnBrk="0" hangingPunct="1">
              <a:lnSpc>
                <a:spcPct val="90000"/>
              </a:lnSpc>
              <a:buSzPct val="120000"/>
              <a:buFontTx/>
              <a:buBlip>
                <a:blip r:embed="rId2"/>
              </a:buBlip>
              <a:defRPr sz="2000" kern="1200" cap="all" normalizeH="0" baseline="10000">
                <a:solidFill>
                  <a:schemeClr val="tx1"/>
                </a:solidFill>
                <a:latin typeface="MetricHPE" panose="020B050303020206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88421">
              <a:buFontTx/>
              <a:buBlip>
                <a:blip r:embed="rId2"/>
              </a:buBlip>
            </a:pPr>
            <a:fld id="{104FC826-72BB-4AF1-BA01-A94F7396A7DC}" type="slidenum">
              <a:rPr lang="en-US" smtClean="0"/>
              <a:pPr defTabSz="1088421">
                <a:buFontTx/>
                <a:buBlip>
                  <a:blip r:embed="rId2"/>
                </a:buBlip>
              </a:pPr>
              <a:t>27</a:t>
            </a:fld>
            <a:endParaRPr lang="en-US" dirty="0"/>
          </a:p>
        </p:txBody>
      </p:sp>
      <p:sp>
        <p:nvSpPr>
          <p:cNvPr id="5" name="Title 4">
            <a:extLst>
              <a:ext uri="{FF2B5EF4-FFF2-40B4-BE49-F238E27FC236}">
                <a16:creationId xmlns:a16="http://schemas.microsoft.com/office/drawing/2014/main" id="{EF9F5E50-96EB-B5D3-2013-02A97CD14180}"/>
              </a:ext>
            </a:extLst>
          </p:cNvPr>
          <p:cNvSpPr>
            <a:spLocks noGrp="1"/>
          </p:cNvSpPr>
          <p:nvPr>
            <p:ph type="title"/>
          </p:nvPr>
        </p:nvSpPr>
        <p:spPr/>
        <p:txBody>
          <a:bodyPr/>
          <a:lstStyle/>
          <a:p>
            <a:r>
              <a:rPr lang="en-US" dirty="0"/>
              <a:t>HA Cluster Mechanisms</a:t>
            </a:r>
            <a:endParaRPr lang="en-GB" dirty="0"/>
          </a:p>
        </p:txBody>
      </p:sp>
      <p:sp>
        <p:nvSpPr>
          <p:cNvPr id="6" name="Flowchart: Connector 5">
            <a:extLst>
              <a:ext uri="{FF2B5EF4-FFF2-40B4-BE49-F238E27FC236}">
                <a16:creationId xmlns:a16="http://schemas.microsoft.com/office/drawing/2014/main" id="{AF627591-7A92-F41A-0346-4452B0CB1D20}"/>
              </a:ext>
            </a:extLst>
          </p:cNvPr>
          <p:cNvSpPr/>
          <p:nvPr/>
        </p:nvSpPr>
        <p:spPr bwMode="ltGray">
          <a:xfrm>
            <a:off x="424543" y="1771650"/>
            <a:ext cx="2661557" cy="3248025"/>
          </a:xfrm>
          <a:prstGeom prst="flowChartConnector">
            <a:avLst/>
          </a:prstGeom>
          <a:noFill/>
          <a:ln w="38100">
            <a:solidFill>
              <a:srgbClr val="0D5265"/>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dirty="0" err="1">
              <a:solidFill>
                <a:schemeClr val="tx1"/>
              </a:solidFill>
            </a:endParaRPr>
          </a:p>
        </p:txBody>
      </p:sp>
      <p:pic>
        <p:nvPicPr>
          <p:cNvPr id="8" name="Picture 7">
            <a:extLst>
              <a:ext uri="{FF2B5EF4-FFF2-40B4-BE49-F238E27FC236}">
                <a16:creationId xmlns:a16="http://schemas.microsoft.com/office/drawing/2014/main" id="{E7843312-4023-CB98-7C0A-90A69BB8D2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7017" y="2086590"/>
            <a:ext cx="1670266" cy="2486771"/>
          </a:xfrm>
          <a:prstGeom prst="rect">
            <a:avLst/>
          </a:prstGeom>
        </p:spPr>
      </p:pic>
      <p:sp>
        <p:nvSpPr>
          <p:cNvPr id="9" name="Rectangle: Rounded Corners 8">
            <a:extLst>
              <a:ext uri="{FF2B5EF4-FFF2-40B4-BE49-F238E27FC236}">
                <a16:creationId xmlns:a16="http://schemas.microsoft.com/office/drawing/2014/main" id="{DA77D38B-28A5-5384-7632-C0E57E1B0CB5}"/>
              </a:ext>
            </a:extLst>
          </p:cNvPr>
          <p:cNvSpPr/>
          <p:nvPr/>
        </p:nvSpPr>
        <p:spPr bwMode="ltGray">
          <a:xfrm>
            <a:off x="3371850" y="881744"/>
            <a:ext cx="8115300" cy="5214276"/>
          </a:xfrm>
          <a:prstGeom prst="roundRect">
            <a:avLst/>
          </a:prstGeom>
          <a:solidFill>
            <a:srgbClr val="0D5265"/>
          </a:solidFill>
          <a:ln w="38100">
            <a:solidFill>
              <a:srgbClr val="0D5265"/>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285750" indent="-285750" algn="ctr">
              <a:buFont typeface="Wingdings" panose="05000000000000000000" pitchFamily="2" charset="2"/>
              <a:buChar char="Ø"/>
            </a:pPr>
            <a:endParaRPr lang="en-GB" dirty="0" err="1">
              <a:solidFill>
                <a:schemeClr val="tx1"/>
              </a:solidFill>
            </a:endParaRPr>
          </a:p>
        </p:txBody>
      </p:sp>
      <p:sp>
        <p:nvSpPr>
          <p:cNvPr id="11" name="TextBox 10">
            <a:extLst>
              <a:ext uri="{FF2B5EF4-FFF2-40B4-BE49-F238E27FC236}">
                <a16:creationId xmlns:a16="http://schemas.microsoft.com/office/drawing/2014/main" id="{047DA8A0-7A42-03C3-3A20-04B497091D87}"/>
              </a:ext>
            </a:extLst>
          </p:cNvPr>
          <p:cNvSpPr txBox="1"/>
          <p:nvPr/>
        </p:nvSpPr>
        <p:spPr>
          <a:xfrm>
            <a:off x="3947432" y="1553916"/>
            <a:ext cx="6964136" cy="1306751"/>
          </a:xfrm>
          <a:prstGeom prst="rect">
            <a:avLst/>
          </a:prstGeom>
          <a:noFill/>
          <a:ln w="57150">
            <a:noFill/>
            <a:miter lim="800000"/>
          </a:ln>
        </p:spPr>
        <p:txBody>
          <a:bodyPr wrap="square" lIns="90000" tIns="90000" rIns="90000" bIns="90000" rtlCol="0" anchor="ctr" anchorCtr="0">
            <a:noAutofit/>
          </a:bodyPr>
          <a:lstStyle/>
          <a:p>
            <a:pPr marL="285750" indent="-285750">
              <a:lnSpc>
                <a:spcPct val="90000"/>
              </a:lnSpc>
              <a:spcBef>
                <a:spcPts val="400"/>
              </a:spcBef>
              <a:buFont typeface="Arial" panose="020B0604020202020204" pitchFamily="34" charset="0"/>
              <a:buChar char="•"/>
            </a:pPr>
            <a:endParaRPr lang="en-US" b="1" dirty="0">
              <a:solidFill>
                <a:schemeClr val="bg1"/>
              </a:solidFill>
            </a:endParaRPr>
          </a:p>
          <a:p>
            <a:pPr>
              <a:lnSpc>
                <a:spcPct val="90000"/>
              </a:lnSpc>
              <a:spcBef>
                <a:spcPts val="400"/>
              </a:spcBef>
            </a:pPr>
            <a:endParaRPr lang="en-US" b="1" dirty="0">
              <a:solidFill>
                <a:schemeClr val="bg1"/>
              </a:solidFill>
            </a:endParaRPr>
          </a:p>
          <a:p>
            <a:pPr>
              <a:lnSpc>
                <a:spcPct val="90000"/>
              </a:lnSpc>
              <a:spcBef>
                <a:spcPts val="400"/>
              </a:spcBef>
            </a:pPr>
            <a:endParaRPr lang="en-US" sz="2000" b="1" dirty="0">
              <a:solidFill>
                <a:schemeClr val="bg1"/>
              </a:solidFill>
            </a:endParaRPr>
          </a:p>
          <a:p>
            <a:pPr marL="285750" indent="-285750">
              <a:lnSpc>
                <a:spcPct val="90000"/>
              </a:lnSpc>
              <a:spcBef>
                <a:spcPts val="400"/>
              </a:spcBef>
              <a:buFont typeface="Courier New" panose="02070309020205020404" pitchFamily="49" charset="0"/>
              <a:buChar char="o"/>
            </a:pPr>
            <a:r>
              <a:rPr lang="en-US" sz="2000" b="1" dirty="0">
                <a:solidFill>
                  <a:schemeClr val="bg1"/>
                </a:solidFill>
              </a:rPr>
              <a:t>Shared Storage Depending on the application, shared storage (e.g., a Storage Area Network (SAN) or NFS share) must be configured and accessible from all cluster nodes, though only one node should be active at any given time for most active/passive setups.</a:t>
            </a:r>
          </a:p>
          <a:p>
            <a:pPr>
              <a:lnSpc>
                <a:spcPct val="90000"/>
              </a:lnSpc>
              <a:spcBef>
                <a:spcPts val="400"/>
              </a:spcBef>
            </a:pPr>
            <a:endParaRPr lang="en-US" b="1" dirty="0">
              <a:solidFill>
                <a:schemeClr val="bg1"/>
              </a:solidFill>
            </a:endParaRPr>
          </a:p>
          <a:p>
            <a:pPr>
              <a:lnSpc>
                <a:spcPct val="90000"/>
              </a:lnSpc>
              <a:spcBef>
                <a:spcPts val="400"/>
              </a:spcBef>
            </a:pPr>
            <a:endParaRPr lang="en-US" b="1" dirty="0">
              <a:solidFill>
                <a:schemeClr val="bg1"/>
              </a:solidFill>
            </a:endParaRPr>
          </a:p>
          <a:p>
            <a:pPr marL="0" indent="0">
              <a:lnSpc>
                <a:spcPct val="90000"/>
              </a:lnSpc>
              <a:spcBef>
                <a:spcPts val="400"/>
              </a:spcBef>
              <a:buFont typeface="MetricHPE" panose="020B0503030202060203" pitchFamily="34" charset="0"/>
              <a:buNone/>
            </a:pPr>
            <a:endParaRPr lang="en-US" sz="2400" b="1" dirty="0">
              <a:solidFill>
                <a:schemeClr val="bg1"/>
              </a:solidFill>
            </a:endParaRPr>
          </a:p>
        </p:txBody>
      </p:sp>
      <p:sp>
        <p:nvSpPr>
          <p:cNvPr id="12" name="TextBox 11">
            <a:extLst>
              <a:ext uri="{FF2B5EF4-FFF2-40B4-BE49-F238E27FC236}">
                <a16:creationId xmlns:a16="http://schemas.microsoft.com/office/drawing/2014/main" id="{7E7B69BA-68EA-A6BA-B026-C2337BE98CE7}"/>
              </a:ext>
            </a:extLst>
          </p:cNvPr>
          <p:cNvSpPr txBox="1"/>
          <p:nvPr/>
        </p:nvSpPr>
        <p:spPr>
          <a:xfrm>
            <a:off x="3984170" y="3329975"/>
            <a:ext cx="7094765" cy="1200150"/>
          </a:xfrm>
          <a:prstGeom prst="rect">
            <a:avLst/>
          </a:prstGeom>
          <a:noFill/>
          <a:ln w="57150">
            <a:noFill/>
            <a:miter lim="800000"/>
          </a:ln>
        </p:spPr>
        <p:txBody>
          <a:bodyPr wrap="square" lIns="90000" tIns="90000" rIns="90000" bIns="90000" rtlCol="0" anchor="ctr" anchorCtr="0">
            <a:noAutofit/>
          </a:bodyPr>
          <a:lstStyle/>
          <a:p>
            <a:pPr marL="285750" indent="-285750">
              <a:lnSpc>
                <a:spcPct val="90000"/>
              </a:lnSpc>
              <a:spcBef>
                <a:spcPts val="400"/>
              </a:spcBef>
              <a:buFont typeface="Courier New" panose="02070309020205020404" pitchFamily="49" charset="0"/>
              <a:buChar char="o"/>
            </a:pPr>
            <a:r>
              <a:rPr lang="en-US" sz="2000" b="1" dirty="0">
                <a:solidFill>
                  <a:schemeClr val="bg1"/>
                </a:solidFill>
              </a:rPr>
              <a:t>Virtual IP Address A virtual IP (VIP) address is required for clients to access the highly available service independently of which physical node it is running on. </a:t>
            </a:r>
          </a:p>
          <a:p>
            <a:pPr marL="0" indent="0">
              <a:lnSpc>
                <a:spcPct val="90000"/>
              </a:lnSpc>
              <a:spcBef>
                <a:spcPts val="400"/>
              </a:spcBef>
              <a:buFont typeface="MetricHPE" panose="020B0503030202060203" pitchFamily="34" charset="0"/>
              <a:buNone/>
            </a:pPr>
            <a:endParaRPr lang="en-GB" b="1" dirty="0" err="1">
              <a:solidFill>
                <a:schemeClr val="bg1"/>
              </a:solidFill>
            </a:endParaRPr>
          </a:p>
        </p:txBody>
      </p:sp>
    </p:spTree>
    <p:extLst>
      <p:ext uri="{BB962C8B-B14F-4D97-AF65-F5344CB8AC3E}">
        <p14:creationId xmlns:p14="http://schemas.microsoft.com/office/powerpoint/2010/main" val="3212323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64A18A-CDB9-07EB-5E8B-AD888A45CF3C}"/>
              </a:ext>
            </a:extLst>
          </p:cNvPr>
          <p:cNvSpPr>
            <a:spLocks noGrp="1"/>
          </p:cNvSpPr>
          <p:nvPr>
            <p:ph type="title"/>
          </p:nvPr>
        </p:nvSpPr>
        <p:spPr/>
        <p:txBody>
          <a:bodyPr/>
          <a:lstStyle/>
          <a:p>
            <a:r>
              <a:rPr lang="en-US" dirty="0"/>
              <a:t>Thank you</a:t>
            </a:r>
            <a:endParaRPr lang="en-GB" dirty="0"/>
          </a:p>
        </p:txBody>
      </p:sp>
      <p:sp>
        <p:nvSpPr>
          <p:cNvPr id="4" name="Footer Placeholder 3">
            <a:extLst>
              <a:ext uri="{FF2B5EF4-FFF2-40B4-BE49-F238E27FC236}">
                <a16:creationId xmlns:a16="http://schemas.microsoft.com/office/drawing/2014/main" id="{0003CEAD-C6AF-0B0A-2C1D-1FE3AA336BD3}"/>
              </a:ext>
            </a:extLst>
          </p:cNvPr>
          <p:cNvSpPr>
            <a:spLocks noGrp="1"/>
          </p:cNvSpPr>
          <p:nvPr>
            <p:ph type="ftr" sz="quarter" idx="14"/>
          </p:nvPr>
        </p:nvSpPr>
        <p:spPr/>
        <p:txBody>
          <a:bodyPr/>
          <a:lstStyle/>
          <a:p>
            <a:pPr algn="r"/>
            <a:r>
              <a:rPr lang="en-US"/>
              <a:t>Confidential | Authorized HPE Partner Use Only</a:t>
            </a:r>
            <a:endParaRPr lang="en-US" dirty="0"/>
          </a:p>
        </p:txBody>
      </p:sp>
    </p:spTree>
    <p:extLst>
      <p:ext uri="{BB962C8B-B14F-4D97-AF65-F5344CB8AC3E}">
        <p14:creationId xmlns:p14="http://schemas.microsoft.com/office/powerpoint/2010/main" val="3898606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HPE Light Theme">
  <a:themeElements>
    <a:clrScheme name="HPE Light">
      <a:dk1>
        <a:srgbClr val="292D3A"/>
      </a:dk1>
      <a:lt1>
        <a:sysClr val="window" lastClr="FFFFFF"/>
      </a:lt1>
      <a:dk2>
        <a:srgbClr val="B1B9BE"/>
      </a:dk2>
      <a:lt2>
        <a:srgbClr val="535C66"/>
      </a:lt2>
      <a:accent1>
        <a:srgbClr val="01A982"/>
      </a:accent1>
      <a:accent2>
        <a:srgbClr val="7764FC"/>
      </a:accent2>
      <a:accent3>
        <a:srgbClr val="0070F8"/>
      </a:accent3>
      <a:accent4>
        <a:srgbClr val="00DBE4"/>
      </a:accent4>
      <a:accent5>
        <a:srgbClr val="873492"/>
      </a:accent5>
      <a:accent6>
        <a:srgbClr val="CC54A4"/>
      </a:accent6>
      <a:hlink>
        <a:srgbClr val="01A982"/>
      </a:hlink>
      <a:folHlink>
        <a:srgbClr val="7764FC"/>
      </a:folHlink>
    </a:clrScheme>
    <a:fontScheme name="HPE Graphik">
      <a:majorFont>
        <a:latin typeface="HPE Graphik Semibold"/>
        <a:ea typeface=""/>
        <a:cs typeface=""/>
      </a:majorFont>
      <a:minorFont>
        <a:latin typeface="HPE 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tx1"/>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47625"/>
      </a:spPr>
      <a:bodyPr/>
      <a:lstStyle/>
      <a:style>
        <a:lnRef idx="2">
          <a:schemeClr val="accent1"/>
        </a:lnRef>
        <a:fillRef idx="0">
          <a:schemeClr val="accent1"/>
        </a:fillRef>
        <a:effectRef idx="1">
          <a:schemeClr val="accent1"/>
        </a:effectRef>
        <a:fontRef idx="minor">
          <a:schemeClr val="tx1"/>
        </a:fontRef>
      </a:style>
    </a:lnDef>
    <a:txDef>
      <a:spPr>
        <a:noFill/>
        <a:ln w="38100">
          <a:noFill/>
        </a:ln>
      </a:spPr>
      <a:bodyPr wrap="square" lIns="90170" tIns="90170" rIns="90170" bIns="90170" rtlCol="0">
        <a:noAutofit/>
      </a:bodyPr>
      <a:lstStyle>
        <a:defPPr algn="l">
          <a:defRPr dirty="0" smtClean="0"/>
        </a:defPPr>
      </a:lstStyle>
    </a:txDef>
  </a:objectDefaults>
  <a:extraClrSchemeLst/>
  <a:custClrLst>
    <a:custClr name="HPE Gold">
      <a:srgbClr val="DEB146"/>
    </a:custClr>
    <a:custClr name="HPE Red">
      <a:srgbClr val="C64F3A"/>
    </a:custClr>
    <a:custClr name="HPE Green">
      <a:srgbClr val="01A982"/>
    </a:custClr>
    <a:custClr name="Primary Green">
      <a:srgbClr val="05CC93"/>
    </a:custClr>
    <a:custClr name="Secondary Green">
      <a:srgbClr val="00E0AF"/>
    </a:custClr>
    <a:custClr name="Blue">
      <a:srgbClr val="0070F8"/>
    </a:custClr>
    <a:custClr name="Light Gray 1">
      <a:srgbClr val="F7F7F7"/>
    </a:custClr>
    <a:custClr name="Light Gray 2">
      <a:srgbClr val="E6E8E9"/>
    </a:custClr>
  </a:custClrLst>
  <a:extLst>
    <a:ext uri="{05A4C25C-085E-4340-85A3-A5531E510DB2}">
      <thm15:themeFamily xmlns:thm15="http://schemas.microsoft.com/office/thememl/2012/main" name="HPE-PowerPoint-Light-Standard-R5.potx" id="{5E11872E-B8EC-4D91-8D11-BD57491BCA92}" vid="{94255D62-316D-453F-B091-FC78B871730D}"/>
    </a:ext>
  </a:extLst>
</a:theme>
</file>

<file path=docProps/app.xml><?xml version="1.0" encoding="utf-8"?>
<Properties xmlns="http://schemas.openxmlformats.org/officeDocument/2006/extended-properties" xmlns:vt="http://schemas.openxmlformats.org/officeDocument/2006/docPropsVTypes">
  <TotalTime>169</TotalTime>
  <Words>3431</Words>
  <Application>Microsoft Office PowerPoint</Application>
  <PresentationFormat>Widescreen</PresentationFormat>
  <Paragraphs>219</Paragraphs>
  <Slides>28</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8" baseType="lpstr">
      <vt:lpstr>Arial</vt:lpstr>
      <vt:lpstr>Cambria Math</vt:lpstr>
      <vt:lpstr>Courier New</vt:lpstr>
      <vt:lpstr>HPE Graphik</vt:lpstr>
      <vt:lpstr>HPE Graphik Light</vt:lpstr>
      <vt:lpstr>HPE Graphik Semibold</vt:lpstr>
      <vt:lpstr>MetricHPE</vt:lpstr>
      <vt:lpstr>Wingdings</vt:lpstr>
      <vt:lpstr>HPE Light Theme</vt:lpstr>
      <vt:lpstr>Packager Shell Object</vt:lpstr>
      <vt:lpstr>Red Hat High Availability Clustering Overview &amp; Setup</vt:lpstr>
      <vt:lpstr>What is Pacemaker Cluster?</vt:lpstr>
      <vt:lpstr>Pacemaker HA Cluster Architecture Key Components</vt:lpstr>
      <vt:lpstr>Why Do we need Cluster?</vt:lpstr>
      <vt:lpstr>Major types of Clusters</vt:lpstr>
      <vt:lpstr>Major types of Clusters</vt:lpstr>
      <vt:lpstr>Major types of Clusters</vt:lpstr>
      <vt:lpstr>Major types of Clusters</vt:lpstr>
      <vt:lpstr>Key reasons for using Pacemaker Clustering</vt:lpstr>
      <vt:lpstr>Key reasons for using Pacemaker clustering.</vt:lpstr>
      <vt:lpstr>Pacemaker HA Cluster Architecture Key Functions Components </vt:lpstr>
      <vt:lpstr>Ports used of a Pacemaker High Availability Cluster</vt:lpstr>
      <vt:lpstr>Software Configuration of a Pacemaker HA Cluster</vt:lpstr>
      <vt:lpstr>Software Configuration of a Pacemaker HA Cluster</vt:lpstr>
      <vt:lpstr>Red Hat Pacemaker HA Cluster 2 Node Setup</vt:lpstr>
      <vt:lpstr>What is Quorum?</vt:lpstr>
      <vt:lpstr>Configuring quorum options</vt:lpstr>
      <vt:lpstr>Red Hat Pacemaker HA Cluster Node Setup</vt:lpstr>
      <vt:lpstr>Quorum – 2/3-Nodes Challenges</vt:lpstr>
      <vt:lpstr>Introducing High Availability Cluster Configurations</vt:lpstr>
      <vt:lpstr>Introducing High Availability Cluster Configurations</vt:lpstr>
      <vt:lpstr>PowerPoint Presentation</vt:lpstr>
      <vt:lpstr>Pacemaker HA Cluster General System &amp; Networking</vt:lpstr>
      <vt:lpstr>Pacemaker HA Cluster General System &amp; Networking</vt:lpstr>
      <vt:lpstr>HA Cluster Software &amp; password less Access between Node/Members</vt:lpstr>
      <vt:lpstr>HA Cluster Mechanisms</vt:lpstr>
      <vt:lpstr>HA Cluster Mechanisms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 S, Dilip</dc:creator>
  <cp:lastModifiedBy>Prasad, Indrajit</cp:lastModifiedBy>
  <cp:revision>19</cp:revision>
  <dcterms:created xsi:type="dcterms:W3CDTF">2026-05-18T08:15:34Z</dcterms:created>
  <dcterms:modified xsi:type="dcterms:W3CDTF">2026-06-01T09:10:48Z</dcterms:modified>
</cp:coreProperties>
</file>