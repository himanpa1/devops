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13" r:id="rId1"/>
  </p:sldMasterIdLst>
  <p:sldIdLst>
    <p:sldId id="256" r:id="rId2"/>
    <p:sldId id="267" r:id="rId3"/>
    <p:sldId id="257" r:id="rId4"/>
    <p:sldId id="258" r:id="rId5"/>
    <p:sldId id="259" r:id="rId6"/>
    <p:sldId id="260" r:id="rId7"/>
    <p:sldId id="261" r:id="rId8"/>
    <p:sldId id="262" r:id="rId9"/>
    <p:sldId id="263" r:id="rId10"/>
    <p:sldId id="264" r:id="rId11"/>
    <p:sldId id="265" r:id="rId12"/>
    <p:sldId id="266"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2" r:id="rId26"/>
    <p:sldId id="280" r:id="rId27"/>
    <p:sldId id="283" r:id="rId28"/>
    <p:sldId id="281" r:id="rId29"/>
    <p:sldId id="284" r:id="rId30"/>
    <p:sldId id="285" r:id="rId31"/>
    <p:sldId id="286" r:id="rId32"/>
    <p:sldId id="287" r:id="rId33"/>
    <p:sldId id="288" r:id="rId34"/>
    <p:sldId id="289" r:id="rId35"/>
    <p:sldId id="294" r:id="rId36"/>
    <p:sldId id="295" r:id="rId37"/>
    <p:sldId id="296" r:id="rId38"/>
    <p:sldId id="290" r:id="rId39"/>
    <p:sldId id="291" r:id="rId40"/>
    <p:sldId id="292" r:id="rId41"/>
    <p:sldId id="293"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74" d="100"/>
          <a:sy n="74" d="100"/>
        </p:scale>
        <p:origin x="376" y="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heme" Target="theme/theme1.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viewProps" Target="view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154955" y="1447800"/>
            <a:ext cx="8825658" cy="3329581"/>
          </a:xfrm>
        </p:spPr>
        <p:txBody>
          <a:bodyPr anchor="b"/>
          <a:lstStyle>
            <a:lvl1pPr>
              <a:defRPr sz="7200"/>
            </a:lvl1pPr>
          </a:lstStyle>
          <a:p>
            <a:r>
              <a:rPr lang="en-US"/>
              <a:t>Click to edit Master title style</a:t>
            </a:r>
            <a:endParaRPr lang="en-US" dirty="0"/>
          </a:p>
        </p:txBody>
      </p:sp>
      <p:sp>
        <p:nvSpPr>
          <p:cNvPr id="3" name="Subtitle 2"/>
          <p:cNvSpPr>
            <a:spLocks noGrp="1"/>
          </p:cNvSpPr>
          <p:nvPr>
            <p:ph type="subTitle" idx="1"/>
          </p:nvPr>
        </p:nvSpPr>
        <p:spPr>
          <a:xfrm>
            <a:off x="1154955" y="4777380"/>
            <a:ext cx="8825658" cy="861420"/>
          </a:xfrm>
        </p:spPr>
        <p:txBody>
          <a:bodyPr anchor="t"/>
          <a:lstStyle>
            <a:lvl1pPr marL="0" indent="0" algn="l">
              <a:buNone/>
              <a:defRPr cap="all">
                <a:solidFill>
                  <a:schemeClr val="bg2">
                    <a:lumMod val="40000"/>
                    <a:lumOff val="60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4C40307-6FD0-4D48-BF01-004F00887955}" type="datetimeFigureOut">
              <a:rPr lang="en-US" smtClean="0"/>
              <a:t>6/9/2026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3F12216-491E-436F-87DE-B32F52EA0F20}" type="slidenum">
              <a:rPr lang="en-US" smtClean="0"/>
              <a:t>‹#›</a:t>
            </a:fld>
            <a:endParaRPr lang="en-US"/>
          </a:p>
        </p:txBody>
      </p:sp>
    </p:spTree>
    <p:extLst>
      <p:ext uri="{BB962C8B-B14F-4D97-AF65-F5344CB8AC3E}">
        <p14:creationId xmlns:p14="http://schemas.microsoft.com/office/powerpoint/2010/main" val="165646677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3"/>
          <p:cNvSpPr>
            <a:spLocks noGrp="1"/>
          </p:cNvSpPr>
          <p:nvPr>
            <p:ph type="dt" sz="half" idx="10"/>
          </p:nvPr>
        </p:nvSpPr>
        <p:spPr/>
        <p:txBody>
          <a:bodyPr/>
          <a:lstStyle/>
          <a:p>
            <a:fld id="{54C40307-6FD0-4D48-BF01-004F00887955}" type="datetimeFigureOut">
              <a:rPr lang="en-US" smtClean="0"/>
              <a:t>6/9/2026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3F12216-491E-436F-87DE-B32F52EA0F20}" type="slidenum">
              <a:rPr lang="en-US" smtClean="0"/>
              <a:t>‹#›</a:t>
            </a:fld>
            <a:endParaRPr lang="en-US"/>
          </a:p>
        </p:txBody>
      </p:sp>
    </p:spTree>
    <p:extLst>
      <p:ext uri="{BB962C8B-B14F-4D97-AF65-F5344CB8AC3E}">
        <p14:creationId xmlns:p14="http://schemas.microsoft.com/office/powerpoint/2010/main" val="4245646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54956" y="2861733"/>
            <a:ext cx="8825657" cy="1915647"/>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5" y="4777381"/>
            <a:ext cx="8825658" cy="860400"/>
          </a:xfrm>
        </p:spPr>
        <p:txBody>
          <a:bodyPr anchor="t"/>
          <a:lstStyle>
            <a:lvl1pPr marL="0" indent="0" algn="l">
              <a:buNone/>
              <a:defRPr sz="2000" cap="all">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4C40307-6FD0-4D48-BF01-004F00887955}" type="datetimeFigureOut">
              <a:rPr lang="en-US" smtClean="0"/>
              <a:t>6/9/2026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3F12216-491E-436F-87DE-B32F52EA0F20}" type="slidenum">
              <a:rPr lang="en-US" smtClean="0"/>
              <a:t>‹#›</a:t>
            </a:fld>
            <a:endParaRPr lang="en-US"/>
          </a:p>
        </p:txBody>
      </p:sp>
    </p:spTree>
    <p:extLst>
      <p:ext uri="{BB962C8B-B14F-4D97-AF65-F5344CB8AC3E}">
        <p14:creationId xmlns:p14="http://schemas.microsoft.com/office/powerpoint/2010/main" val="344475982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03312" y="2060575"/>
            <a:ext cx="4396339" cy="4195763"/>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5654493" y="2056092"/>
            <a:ext cx="4396341" cy="4200245"/>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4C40307-6FD0-4D48-BF01-004F00887955}" type="datetimeFigureOut">
              <a:rPr lang="en-US" smtClean="0"/>
              <a:t>6/9/2026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3F12216-491E-436F-87DE-B32F52EA0F20}" type="slidenum">
              <a:rPr lang="en-US" smtClean="0"/>
              <a:t>‹#›</a:t>
            </a:fld>
            <a:endParaRPr lang="en-US"/>
          </a:p>
        </p:txBody>
      </p:sp>
    </p:spTree>
    <p:extLst>
      <p:ext uri="{BB962C8B-B14F-4D97-AF65-F5344CB8AC3E}">
        <p14:creationId xmlns:p14="http://schemas.microsoft.com/office/powerpoint/2010/main" val="35839897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03313" y="1905000"/>
            <a:ext cx="4396338"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103312"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654495" y="1905000"/>
            <a:ext cx="4396339"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5654495" y="2514600"/>
            <a:ext cx="4396339" cy="3741738"/>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4C40307-6FD0-4D48-BF01-004F00887955}" type="datetimeFigureOut">
              <a:rPr lang="en-US" smtClean="0"/>
              <a:t>6/9/2026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3F12216-491E-436F-87DE-B32F52EA0F20}" type="slidenum">
              <a:rPr lang="en-US" smtClean="0"/>
              <a:t>‹#›</a:t>
            </a:fld>
            <a:endParaRPr lang="en-US"/>
          </a:p>
        </p:txBody>
      </p:sp>
    </p:spTree>
    <p:extLst>
      <p:ext uri="{BB962C8B-B14F-4D97-AF65-F5344CB8AC3E}">
        <p14:creationId xmlns:p14="http://schemas.microsoft.com/office/powerpoint/2010/main" val="365725002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7" name="Date Placeholder 2"/>
          <p:cNvSpPr>
            <a:spLocks noGrp="1"/>
          </p:cNvSpPr>
          <p:nvPr>
            <p:ph type="dt" sz="half" idx="10"/>
          </p:nvPr>
        </p:nvSpPr>
        <p:spPr/>
        <p:txBody>
          <a:bodyPr/>
          <a:lstStyle/>
          <a:p>
            <a:fld id="{54C40307-6FD0-4D48-BF01-004F00887955}" type="datetimeFigureOut">
              <a:rPr lang="en-US" smtClean="0"/>
              <a:t>6/9/2026</a:t>
            </a:fld>
            <a:endParaRPr lang="en-US"/>
          </a:p>
        </p:txBody>
      </p:sp>
      <p:sp>
        <p:nvSpPr>
          <p:cNvPr id="5" name="Footer Placeholder 3"/>
          <p:cNvSpPr>
            <a:spLocks noGrp="1"/>
          </p:cNvSpPr>
          <p:nvPr>
            <p:ph type="ftr" sz="quarter" idx="11"/>
          </p:nvPr>
        </p:nvSpPr>
        <p:spPr/>
        <p:txBody>
          <a:bodyPr/>
          <a:lstStyle/>
          <a:p>
            <a:endParaRPr lang="en-US"/>
          </a:p>
        </p:txBody>
      </p:sp>
      <p:sp>
        <p:nvSpPr>
          <p:cNvPr id="6" name="Slide Number Placeholder 4"/>
          <p:cNvSpPr>
            <a:spLocks noGrp="1"/>
          </p:cNvSpPr>
          <p:nvPr>
            <p:ph type="sldNum" sz="quarter" idx="12"/>
          </p:nvPr>
        </p:nvSpPr>
        <p:spPr/>
        <p:txBody>
          <a:bodyPr/>
          <a:lstStyle/>
          <a:p>
            <a:fld id="{93F12216-491E-436F-87DE-B32F52EA0F20}" type="slidenum">
              <a:rPr lang="en-US" smtClean="0"/>
              <a:t>‹#›</a:t>
            </a:fld>
            <a:endParaRPr lang="en-US"/>
          </a:p>
        </p:txBody>
      </p:sp>
    </p:spTree>
    <p:extLst>
      <p:ext uri="{BB962C8B-B14F-4D97-AF65-F5344CB8AC3E}">
        <p14:creationId xmlns:p14="http://schemas.microsoft.com/office/powerpoint/2010/main" val="17448958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7" name="Date Placeholder 1"/>
          <p:cNvSpPr>
            <a:spLocks noGrp="1"/>
          </p:cNvSpPr>
          <p:nvPr>
            <p:ph type="dt" sz="half" idx="10"/>
          </p:nvPr>
        </p:nvSpPr>
        <p:spPr/>
        <p:txBody>
          <a:bodyPr/>
          <a:lstStyle/>
          <a:p>
            <a:fld id="{54C40307-6FD0-4D48-BF01-004F00887955}" type="datetimeFigureOut">
              <a:rPr lang="en-US" smtClean="0"/>
              <a:t>6/9/2026</a:t>
            </a:fld>
            <a:endParaRPr lang="en-US"/>
          </a:p>
        </p:txBody>
      </p:sp>
      <p:sp>
        <p:nvSpPr>
          <p:cNvPr id="5" name="Footer Placeholder 2"/>
          <p:cNvSpPr>
            <a:spLocks noGrp="1"/>
          </p:cNvSpPr>
          <p:nvPr>
            <p:ph type="ftr" sz="quarter" idx="11"/>
          </p:nvPr>
        </p:nvSpPr>
        <p:spPr/>
        <p:txBody>
          <a:bodyPr/>
          <a:lstStyle/>
          <a:p>
            <a:endParaRPr lang="en-US"/>
          </a:p>
        </p:txBody>
      </p:sp>
      <p:sp>
        <p:nvSpPr>
          <p:cNvPr id="6" name="Slide Number Placeholder 3"/>
          <p:cNvSpPr>
            <a:spLocks noGrp="1"/>
          </p:cNvSpPr>
          <p:nvPr>
            <p:ph type="sldNum" sz="quarter" idx="12"/>
          </p:nvPr>
        </p:nvSpPr>
        <p:spPr/>
        <p:txBody>
          <a:bodyPr/>
          <a:lstStyle/>
          <a:p>
            <a:fld id="{93F12216-491E-436F-87DE-B32F52EA0F20}" type="slidenum">
              <a:rPr lang="en-US" smtClean="0"/>
              <a:t>‹#›</a:t>
            </a:fld>
            <a:endParaRPr lang="en-US"/>
          </a:p>
        </p:txBody>
      </p:sp>
    </p:spTree>
    <p:extLst>
      <p:ext uri="{BB962C8B-B14F-4D97-AF65-F5344CB8AC3E}">
        <p14:creationId xmlns:p14="http://schemas.microsoft.com/office/powerpoint/2010/main" val="29155272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3" y="1447800"/>
            <a:ext cx="3401064" cy="1447800"/>
          </a:xfrm>
        </p:spPr>
        <p:txBody>
          <a:bodyPr anchor="b"/>
          <a:lstStyle>
            <a:lvl1pPr algn="l">
              <a:defRPr sz="2400" b="0"/>
            </a:lvl1pPr>
          </a:lstStyle>
          <a:p>
            <a:r>
              <a:rPr lang="en-US"/>
              <a:t>Click to edit Master title style</a:t>
            </a:r>
            <a:endParaRPr lang="en-US" dirty="0"/>
          </a:p>
        </p:txBody>
      </p:sp>
      <p:sp>
        <p:nvSpPr>
          <p:cNvPr id="3" name="Content Placeholder 2"/>
          <p:cNvSpPr>
            <a:spLocks noGrp="1"/>
          </p:cNvSpPr>
          <p:nvPr>
            <p:ph idx="1"/>
          </p:nvPr>
        </p:nvSpPr>
        <p:spPr>
          <a:xfrm>
            <a:off x="4784616" y="1447800"/>
            <a:ext cx="5195997" cy="4572000"/>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54953" y="3129280"/>
            <a:ext cx="3401063" cy="2895599"/>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Date Placeholder 4"/>
          <p:cNvSpPr>
            <a:spLocks noGrp="1"/>
          </p:cNvSpPr>
          <p:nvPr>
            <p:ph type="dt" sz="half" idx="10"/>
          </p:nvPr>
        </p:nvSpPr>
        <p:spPr/>
        <p:txBody>
          <a:bodyPr/>
          <a:lstStyle/>
          <a:p>
            <a:fld id="{54C40307-6FD0-4D48-BF01-004F00887955}" type="datetimeFigureOut">
              <a:rPr lang="en-US" smtClean="0"/>
              <a:t>6/9/2026</a:t>
            </a:fld>
            <a:endParaRPr lang="en-US"/>
          </a:p>
        </p:txBody>
      </p:sp>
      <p:sp>
        <p:nvSpPr>
          <p:cNvPr id="5" name="Footer Placeholder 5"/>
          <p:cNvSpPr>
            <a:spLocks noGrp="1"/>
          </p:cNvSpPr>
          <p:nvPr>
            <p:ph type="ftr" sz="quarter" idx="11"/>
          </p:nvPr>
        </p:nvSpPr>
        <p:spPr/>
        <p:txBody>
          <a:bodyPr/>
          <a:lstStyle/>
          <a:p>
            <a:endParaRPr lang="en-US"/>
          </a:p>
        </p:txBody>
      </p:sp>
      <p:sp>
        <p:nvSpPr>
          <p:cNvPr id="6" name="Slide Number Placeholder 6"/>
          <p:cNvSpPr>
            <a:spLocks noGrp="1"/>
          </p:cNvSpPr>
          <p:nvPr>
            <p:ph type="sldNum" sz="quarter" idx="12"/>
          </p:nvPr>
        </p:nvSpPr>
        <p:spPr/>
        <p:txBody>
          <a:bodyPr/>
          <a:lstStyle/>
          <a:p>
            <a:fld id="{93F12216-491E-436F-87DE-B32F52EA0F20}" type="slidenum">
              <a:rPr lang="en-US" smtClean="0"/>
              <a:t>‹#›</a:t>
            </a:fld>
            <a:endParaRPr lang="en-US"/>
          </a:p>
        </p:txBody>
      </p:sp>
    </p:spTree>
    <p:extLst>
      <p:ext uri="{BB962C8B-B14F-4D97-AF65-F5344CB8AC3E}">
        <p14:creationId xmlns:p14="http://schemas.microsoft.com/office/powerpoint/2010/main" val="20594902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3907" y="1854192"/>
            <a:ext cx="5092906" cy="1574808"/>
          </a:xfrm>
        </p:spPr>
        <p:txBody>
          <a:bodyPr anchor="b">
            <a:normAutofit/>
          </a:bodyPr>
          <a:lstStyle>
            <a:lvl1pPr algn="l">
              <a:defRPr sz="36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6949546" y="1143000"/>
            <a:ext cx="3200400" cy="4572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4" y="3657600"/>
            <a:ext cx="5084979" cy="137160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4C40307-6FD0-4D48-BF01-004F00887955}" type="datetimeFigureOut">
              <a:rPr lang="en-US" smtClean="0"/>
              <a:t>6/9/2026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3F12216-491E-436F-87DE-B32F52EA0F20}" type="slidenum">
              <a:rPr lang="en-US" smtClean="0"/>
              <a:t>‹#›</a:t>
            </a:fld>
            <a:endParaRPr lang="en-US"/>
          </a:p>
        </p:txBody>
      </p:sp>
    </p:spTree>
    <p:extLst>
      <p:ext uri="{BB962C8B-B14F-4D97-AF65-F5344CB8AC3E}">
        <p14:creationId xmlns:p14="http://schemas.microsoft.com/office/powerpoint/2010/main" val="50400309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6" y="4800587"/>
            <a:ext cx="8825657" cy="566738"/>
          </a:xfrm>
        </p:spPr>
        <p:txBody>
          <a:bodyPr anchor="b">
            <a:normAutofit/>
          </a:bodyPr>
          <a:lstStyle>
            <a:lvl1pPr algn="l">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54955" y="685800"/>
            <a:ext cx="8825658" cy="3640666"/>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54956" y="5367325"/>
            <a:ext cx="8825656"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4C40307-6FD0-4D48-BF01-004F00887955}" type="datetimeFigureOut">
              <a:rPr lang="en-US" smtClean="0"/>
              <a:t>6/9/2026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3F12216-491E-436F-87DE-B32F52EA0F20}" type="slidenum">
              <a:rPr lang="en-US" smtClean="0"/>
              <a:t>‹#›</a:t>
            </a:fld>
            <a:endParaRPr lang="en-US"/>
          </a:p>
        </p:txBody>
      </p:sp>
    </p:spTree>
    <p:extLst>
      <p:ext uri="{BB962C8B-B14F-4D97-AF65-F5344CB8AC3E}">
        <p14:creationId xmlns:p14="http://schemas.microsoft.com/office/powerpoint/2010/main" val="75229207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54954" y="1447800"/>
            <a:ext cx="8825659" cy="1981200"/>
          </a:xfrm>
        </p:spPr>
        <p:txBody>
          <a:bodyPr/>
          <a:lstStyle>
            <a:lvl1pPr>
              <a:defRPr sz="4800"/>
            </a:lvl1pPr>
          </a:lstStyle>
          <a:p>
            <a:r>
              <a:rPr lang="en-US"/>
              <a:t>Click to edit Master title style</a:t>
            </a:r>
            <a:endParaRPr lang="en-US" dirty="0"/>
          </a:p>
        </p:txBody>
      </p:sp>
      <p:sp>
        <p:nvSpPr>
          <p:cNvPr id="8" name="Text Placeholder 3"/>
          <p:cNvSpPr>
            <a:spLocks noGrp="1"/>
          </p:cNvSpPr>
          <p:nvPr>
            <p:ph type="body" sz="half" idx="2"/>
          </p:nvPr>
        </p:nvSpPr>
        <p:spPr>
          <a:xfrm>
            <a:off x="1154954" y="3657600"/>
            <a:ext cx="8825659" cy="23622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54C40307-6FD0-4D48-BF01-004F00887955}" type="datetimeFigureOut">
              <a:rPr lang="en-US" smtClean="0"/>
              <a:t>6/9/2026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3F12216-491E-436F-87DE-B32F52EA0F20}" type="slidenum">
              <a:rPr lang="en-US" smtClean="0"/>
              <a:t>‹#›</a:t>
            </a:fld>
            <a:endParaRPr lang="en-US"/>
          </a:p>
        </p:txBody>
      </p:sp>
    </p:spTree>
    <p:extLst>
      <p:ext uri="{BB962C8B-B14F-4D97-AF65-F5344CB8AC3E}">
        <p14:creationId xmlns:p14="http://schemas.microsoft.com/office/powerpoint/2010/main" val="275213720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574801" y="1447800"/>
            <a:ext cx="7999315" cy="2323374"/>
          </a:xfrm>
        </p:spPr>
        <p:txBody>
          <a:bodyPr/>
          <a:lstStyle>
            <a:lvl1pPr>
              <a:defRPr sz="4800"/>
            </a:lvl1pPr>
          </a:lstStyle>
          <a:p>
            <a:r>
              <a:rPr lang="en-US"/>
              <a:t>Click to edit Master title style</a:t>
            </a:r>
            <a:endParaRPr lang="en-US" dirty="0"/>
          </a:p>
        </p:txBody>
      </p:sp>
      <p:sp>
        <p:nvSpPr>
          <p:cNvPr id="11" name="Text Placeholder 3"/>
          <p:cNvSpPr>
            <a:spLocks noGrp="1"/>
          </p:cNvSpPr>
          <p:nvPr>
            <p:ph type="body" sz="half" idx="14"/>
          </p:nvPr>
        </p:nvSpPr>
        <p:spPr>
          <a:xfrm>
            <a:off x="1930400" y="3771174"/>
            <a:ext cx="7279649" cy="342174"/>
          </a:xfrm>
        </p:spPr>
        <p:txBody>
          <a:bodyPr vert="horz" lIns="91440" tIns="45720" rIns="91440" bIns="45720" rtlCol="0" anchor="t">
            <a:normAutofit/>
          </a:bodyPr>
          <a:lstStyle>
            <a:lvl1pPr marL="0" indent="0">
              <a:buNone/>
              <a:defRPr lang="en-US" sz="1400" b="0" i="0" kern="1200" cap="small" dirty="0">
                <a:solidFill>
                  <a:schemeClr val="bg2">
                    <a:lumMod val="40000"/>
                    <a:lumOff val="60000"/>
                  </a:schemeClr>
                </a:solidFill>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lvl="0" indent="0">
              <a:buNone/>
            </a:pPr>
            <a:r>
              <a:rPr lang="en-US"/>
              <a:t>Click to edit Master text styles</a:t>
            </a:r>
          </a:p>
        </p:txBody>
      </p:sp>
      <p:sp>
        <p:nvSpPr>
          <p:cNvPr id="10" name="Text Placeholder 3"/>
          <p:cNvSpPr>
            <a:spLocks noGrp="1"/>
          </p:cNvSpPr>
          <p:nvPr>
            <p:ph type="body" sz="half" idx="2"/>
          </p:nvPr>
        </p:nvSpPr>
        <p:spPr>
          <a:xfrm>
            <a:off x="1154954" y="4350657"/>
            <a:ext cx="8825659" cy="1676400"/>
          </a:xfrm>
        </p:spPr>
        <p:txBody>
          <a:bodyPr anchor="ctr">
            <a:normAutofit/>
          </a:bodyPr>
          <a:lstStyle>
            <a:lvl1pPr marL="0" indent="0">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4" name="Date Placeholder 3"/>
          <p:cNvSpPr>
            <a:spLocks noGrp="1"/>
          </p:cNvSpPr>
          <p:nvPr>
            <p:ph type="dt" sz="half" idx="10"/>
          </p:nvPr>
        </p:nvSpPr>
        <p:spPr/>
        <p:txBody>
          <a:bodyPr/>
          <a:lstStyle/>
          <a:p>
            <a:fld id="{54C40307-6FD0-4D48-BF01-004F00887955}" type="datetimeFigureOut">
              <a:rPr lang="en-US" smtClean="0"/>
              <a:t>6/9/2026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3F12216-491E-436F-87DE-B32F52EA0F20}" type="slidenum">
              <a:rPr lang="en-US" smtClean="0"/>
              <a:t>‹#›</a:t>
            </a:fld>
            <a:endParaRPr lang="en-US"/>
          </a:p>
        </p:txBody>
      </p:sp>
      <p:sp>
        <p:nvSpPr>
          <p:cNvPr id="12" name="TextBox 11"/>
          <p:cNvSpPr txBox="1"/>
          <p:nvPr/>
        </p:nvSpPr>
        <p:spPr>
          <a:xfrm>
            <a:off x="898295" y="971253"/>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
        <p:nvSpPr>
          <p:cNvPr id="15" name="TextBox 14"/>
          <p:cNvSpPr txBox="1"/>
          <p:nvPr/>
        </p:nvSpPr>
        <p:spPr>
          <a:xfrm>
            <a:off x="9330490" y="2613787"/>
            <a:ext cx="801912" cy="1969770"/>
          </a:xfrm>
          <a:prstGeom prst="rect">
            <a:avLst/>
          </a:prstGeom>
          <a:noFill/>
        </p:spPr>
        <p:txBody>
          <a:bodyPr wrap="square" rtlCol="0">
            <a:spAutoFit/>
          </a:bodyPr>
          <a:lstStyle>
            <a:defPPr>
              <a:defRPr lang="en-US"/>
            </a:defPPr>
            <a:lvl1pPr algn="r">
              <a:defRPr sz="12200" b="0" i="0">
                <a:solidFill>
                  <a:schemeClr val="bg2">
                    <a:lumMod val="40000"/>
                    <a:lumOff val="60000"/>
                  </a:schemeClr>
                </a:solidFill>
                <a:latin typeface="Arial"/>
                <a:ea typeface="+mj-ea"/>
                <a:cs typeface="+mj-cs"/>
              </a:defRPr>
            </a:lvl1pPr>
          </a:lstStyle>
          <a:p>
            <a:pPr lvl="0"/>
            <a:r>
              <a:rPr lang="en-US" dirty="0"/>
              <a:t>”</a:t>
            </a:r>
          </a:p>
        </p:txBody>
      </p:sp>
    </p:spTree>
    <p:extLst>
      <p:ext uri="{BB962C8B-B14F-4D97-AF65-F5344CB8AC3E}">
        <p14:creationId xmlns:p14="http://schemas.microsoft.com/office/powerpoint/2010/main" val="12608441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54954" y="3124201"/>
            <a:ext cx="8825660" cy="1653180"/>
          </a:xfrm>
        </p:spPr>
        <p:txBody>
          <a:bodyPr anchor="b"/>
          <a:lstStyle>
            <a:lvl1pPr algn="l">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154954" y="4777381"/>
            <a:ext cx="8825659" cy="860400"/>
          </a:xfrm>
        </p:spPr>
        <p:txBody>
          <a:bodyPr anchor="t"/>
          <a:lstStyle>
            <a:lvl1pPr marL="0" indent="0" algn="l">
              <a:buNone/>
              <a:defRPr sz="2000" cap="none">
                <a:solidFill>
                  <a:schemeClr val="bg2">
                    <a:lumMod val="40000"/>
                    <a:lumOff val="60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4C40307-6FD0-4D48-BF01-004F00887955}" type="datetimeFigureOut">
              <a:rPr lang="en-US" smtClean="0"/>
              <a:t>6/9/2026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3F12216-491E-436F-87DE-B32F52EA0F20}" type="slidenum">
              <a:rPr lang="en-US" smtClean="0"/>
              <a:t>‹#›</a:t>
            </a:fld>
            <a:endParaRPr lang="en-US"/>
          </a:p>
        </p:txBody>
      </p:sp>
    </p:spTree>
    <p:extLst>
      <p:ext uri="{BB962C8B-B14F-4D97-AF65-F5344CB8AC3E}">
        <p14:creationId xmlns:p14="http://schemas.microsoft.com/office/powerpoint/2010/main" val="270434561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32947" y="1981200"/>
            <a:ext cx="2946866"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6" name="Text Placeholder 3"/>
          <p:cNvSpPr>
            <a:spLocks noGrp="1"/>
          </p:cNvSpPr>
          <p:nvPr>
            <p:ph type="body" sz="half" idx="15"/>
          </p:nvPr>
        </p:nvSpPr>
        <p:spPr>
          <a:xfrm>
            <a:off x="652463" y="2667000"/>
            <a:ext cx="2927350"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3659" y="1981200"/>
            <a:ext cx="2936241"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9" name="Text Placeholder 3"/>
          <p:cNvSpPr>
            <a:spLocks noGrp="1"/>
          </p:cNvSpPr>
          <p:nvPr>
            <p:ph type="body" sz="half" idx="16"/>
          </p:nvPr>
        </p:nvSpPr>
        <p:spPr>
          <a:xfrm>
            <a:off x="3873106" y="2667000"/>
            <a:ext cx="2946794"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1981200"/>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Text Placeholder 3"/>
          <p:cNvSpPr>
            <a:spLocks noGrp="1"/>
          </p:cNvSpPr>
          <p:nvPr>
            <p:ph type="body" sz="half" idx="17"/>
          </p:nvPr>
        </p:nvSpPr>
        <p:spPr>
          <a:xfrm>
            <a:off x="7124700" y="2667000"/>
            <a:ext cx="2932113" cy="3589338"/>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7" name="Straight Connector 16"/>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18" name="Straight Connector 17"/>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54C40307-6FD0-4D48-BF01-004F00887955}" type="datetimeFigureOut">
              <a:rPr lang="en-US" smtClean="0"/>
              <a:t>6/9/2026</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3F12216-491E-436F-87DE-B32F52EA0F20}" type="slidenum">
              <a:rPr lang="en-US" smtClean="0"/>
              <a:t>‹#›</a:t>
            </a:fld>
            <a:endParaRPr lang="en-US"/>
          </a:p>
        </p:txBody>
      </p:sp>
    </p:spTree>
    <p:extLst>
      <p:ext uri="{BB962C8B-B14F-4D97-AF65-F5344CB8AC3E}">
        <p14:creationId xmlns:p14="http://schemas.microsoft.com/office/powerpoint/2010/main" val="202434077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4200"/>
            </a:lvl1pPr>
          </a:lstStyle>
          <a:p>
            <a:r>
              <a:rPr lang="en-US"/>
              <a:t>Click to edit Master title style</a:t>
            </a:r>
            <a:endParaRPr lang="en-US" dirty="0"/>
          </a:p>
        </p:txBody>
      </p:sp>
      <p:sp>
        <p:nvSpPr>
          <p:cNvPr id="3" name="Text Placeholder 2"/>
          <p:cNvSpPr>
            <a:spLocks noGrp="1"/>
          </p:cNvSpPr>
          <p:nvPr>
            <p:ph type="body" idx="1"/>
          </p:nvPr>
        </p:nvSpPr>
        <p:spPr>
          <a:xfrm>
            <a:off x="652463" y="4250949"/>
            <a:ext cx="2940050"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9" name="Picture Placeholder 2"/>
          <p:cNvSpPr>
            <a:spLocks noGrp="1" noChangeAspect="1"/>
          </p:cNvSpPr>
          <p:nvPr>
            <p:ph type="pic" idx="15"/>
          </p:nvPr>
        </p:nvSpPr>
        <p:spPr>
          <a:xfrm>
            <a:off x="652463" y="2209800"/>
            <a:ext cx="2940050"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2" name="Text Placeholder 3"/>
          <p:cNvSpPr>
            <a:spLocks noGrp="1"/>
          </p:cNvSpPr>
          <p:nvPr>
            <p:ph type="body" sz="half" idx="18"/>
          </p:nvPr>
        </p:nvSpPr>
        <p:spPr>
          <a:xfrm>
            <a:off x="652463" y="4827211"/>
            <a:ext cx="2940050"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Text Placeholder 4"/>
          <p:cNvSpPr>
            <a:spLocks noGrp="1"/>
          </p:cNvSpPr>
          <p:nvPr>
            <p:ph type="body" sz="quarter" idx="3"/>
          </p:nvPr>
        </p:nvSpPr>
        <p:spPr>
          <a:xfrm>
            <a:off x="3889375" y="4250949"/>
            <a:ext cx="2930525"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0" name="Picture Placeholder 2"/>
          <p:cNvSpPr>
            <a:spLocks noGrp="1" noChangeAspect="1"/>
          </p:cNvSpPr>
          <p:nvPr>
            <p:ph type="pic" idx="21"/>
          </p:nvPr>
        </p:nvSpPr>
        <p:spPr>
          <a:xfrm>
            <a:off x="3889374" y="2209800"/>
            <a:ext cx="2930525"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3" name="Text Placeholder 3"/>
          <p:cNvSpPr>
            <a:spLocks noGrp="1"/>
          </p:cNvSpPr>
          <p:nvPr>
            <p:ph type="body" sz="half" idx="19"/>
          </p:nvPr>
        </p:nvSpPr>
        <p:spPr>
          <a:xfrm>
            <a:off x="3888022" y="4827210"/>
            <a:ext cx="2934406"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4" name="Text Placeholder 4"/>
          <p:cNvSpPr>
            <a:spLocks noGrp="1"/>
          </p:cNvSpPr>
          <p:nvPr>
            <p:ph type="body" sz="quarter" idx="13"/>
          </p:nvPr>
        </p:nvSpPr>
        <p:spPr>
          <a:xfrm>
            <a:off x="7124700" y="4250949"/>
            <a:ext cx="2932113" cy="576262"/>
          </a:xfrm>
        </p:spPr>
        <p:txBody>
          <a:bodyPr anchor="b">
            <a:noAutofit/>
          </a:bodyPr>
          <a:lstStyle>
            <a:lvl1pPr marL="0" indent="0">
              <a:buNone/>
              <a:defRPr sz="2400" b="0">
                <a:solidFill>
                  <a:schemeClr val="bg2">
                    <a:lumMod val="40000"/>
                    <a:lumOff val="60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31" name="Picture Placeholder 2"/>
          <p:cNvSpPr>
            <a:spLocks noGrp="1" noChangeAspect="1"/>
          </p:cNvSpPr>
          <p:nvPr>
            <p:ph type="pic" idx="22"/>
          </p:nvPr>
        </p:nvSpPr>
        <p:spPr>
          <a:xfrm>
            <a:off x="7124699" y="2209800"/>
            <a:ext cx="2932113" cy="1524000"/>
          </a:xfrm>
          <a:prstGeom prst="roundRect">
            <a:avLst>
              <a:gd name="adj" fmla="val 1858"/>
            </a:avLst>
          </a:prstGeom>
          <a:effectLst>
            <a:outerShdw blurRad="50800" dist="50800" dir="5400000" algn="tl" rotWithShape="0">
              <a:srgbClr val="000000">
                <a:alpha val="43000"/>
              </a:srgbClr>
            </a:out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20"/>
          </p:nvPr>
        </p:nvSpPr>
        <p:spPr>
          <a:xfrm>
            <a:off x="7124575" y="4827208"/>
            <a:ext cx="2935997" cy="659189"/>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cxnSp>
        <p:nvCxnSpPr>
          <p:cNvPr id="19" name="Straight Connector 18"/>
          <p:cNvCxnSpPr/>
          <p:nvPr/>
        </p:nvCxnSpPr>
        <p:spPr>
          <a:xfrm>
            <a:off x="3726142" y="2133600"/>
            <a:ext cx="0" cy="3962400"/>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cxnSp>
        <p:nvCxnSpPr>
          <p:cNvPr id="20" name="Straight Connector 19"/>
          <p:cNvCxnSpPr/>
          <p:nvPr/>
        </p:nvCxnSpPr>
        <p:spPr>
          <a:xfrm>
            <a:off x="6962227" y="2133600"/>
            <a:ext cx="0" cy="3966882"/>
          </a:xfrm>
          <a:prstGeom prst="line">
            <a:avLst/>
          </a:prstGeom>
          <a:ln w="12700" cmpd="sng">
            <a:solidFill>
              <a:schemeClr val="bg2">
                <a:lumMod val="40000"/>
                <a:lumOff val="60000"/>
                <a:alpha val="40000"/>
              </a:schemeClr>
            </a:solidFill>
          </a:ln>
        </p:spPr>
        <p:style>
          <a:lnRef idx="2">
            <a:schemeClr val="accent1"/>
          </a:lnRef>
          <a:fillRef idx="0">
            <a:schemeClr val="accent1"/>
          </a:fillRef>
          <a:effectRef idx="1">
            <a:schemeClr val="accent1"/>
          </a:effectRef>
          <a:fontRef idx="minor">
            <a:schemeClr val="tx1"/>
          </a:fontRef>
        </p:style>
      </p:cxnSp>
      <p:sp>
        <p:nvSpPr>
          <p:cNvPr id="7" name="Date Placeholder 3"/>
          <p:cNvSpPr>
            <a:spLocks noGrp="1"/>
          </p:cNvSpPr>
          <p:nvPr>
            <p:ph type="dt" sz="half" idx="10"/>
          </p:nvPr>
        </p:nvSpPr>
        <p:spPr/>
        <p:txBody>
          <a:bodyPr/>
          <a:lstStyle/>
          <a:p>
            <a:fld id="{54C40307-6FD0-4D48-BF01-004F00887955}" type="datetimeFigureOut">
              <a:rPr lang="en-US" smtClean="0"/>
              <a:t>6/9/2026</a:t>
            </a:fld>
            <a:endParaRPr lang="en-US"/>
          </a:p>
        </p:txBody>
      </p:sp>
      <p:sp>
        <p:nvSpPr>
          <p:cNvPr id="4"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3F12216-491E-436F-87DE-B32F52EA0F20}" type="slidenum">
              <a:rPr lang="en-US" smtClean="0"/>
              <a:t>‹#›</a:t>
            </a:fld>
            <a:endParaRPr lang="en-US"/>
          </a:p>
        </p:txBody>
      </p:sp>
    </p:spTree>
    <p:extLst>
      <p:ext uri="{BB962C8B-B14F-4D97-AF65-F5344CB8AC3E}">
        <p14:creationId xmlns:p14="http://schemas.microsoft.com/office/powerpoint/2010/main" val="366902775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4C40307-6FD0-4D48-BF01-004F00887955}" type="datetimeFigureOut">
              <a:rPr lang="en-US" smtClean="0"/>
              <a:t>6/9/2026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3F12216-491E-436F-87DE-B32F52EA0F20}" type="slidenum">
              <a:rPr lang="en-US" smtClean="0"/>
              <a:t>‹#›</a:t>
            </a:fld>
            <a:endParaRPr lang="en-US"/>
          </a:p>
        </p:txBody>
      </p:sp>
    </p:spTree>
    <p:extLst>
      <p:ext uri="{BB962C8B-B14F-4D97-AF65-F5344CB8AC3E}">
        <p14:creationId xmlns:p14="http://schemas.microsoft.com/office/powerpoint/2010/main" val="303512166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304212" y="430213"/>
            <a:ext cx="1752601" cy="58261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652463" y="887414"/>
            <a:ext cx="7423149" cy="5368924"/>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4C40307-6FD0-4D48-BF01-004F00887955}" type="datetimeFigureOut">
              <a:rPr lang="en-US" smtClean="0"/>
              <a:t>6/9/2026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3F12216-491E-436F-87DE-B32F52EA0F20}" type="slidenum">
              <a:rPr lang="en-US" smtClean="0"/>
              <a:t>‹#›</a:t>
            </a:fld>
            <a:endParaRPr lang="en-US"/>
          </a:p>
        </p:txBody>
      </p:sp>
    </p:spTree>
    <p:extLst>
      <p:ext uri="{BB962C8B-B14F-4D97-AF65-F5344CB8AC3E}">
        <p14:creationId xmlns:p14="http://schemas.microsoft.com/office/powerpoint/2010/main" val="398796899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21" Type="http://schemas.openxmlformats.org/officeDocument/2006/relationships/image" Target="../media/image4.png"/><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3.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5.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8" name="Picture 7"/>
          <p:cNvPicPr>
            <a:picLocks noChangeAspect="1"/>
          </p:cNvPicPr>
          <p:nvPr/>
        </p:nvPicPr>
        <p:blipFill rotWithShape="1">
          <a:blip r:embed="rId19">
            <a:extLst>
              <a:ext uri="{28A0092B-C50C-407E-A947-70E740481C1C}">
                <a14:useLocalDpi xmlns:a14="http://schemas.microsoft.com/office/drawing/2010/main" val="0"/>
              </a:ext>
            </a:extLst>
          </a:blip>
          <a:srcRect l="3613"/>
          <a:stretch/>
        </p:blipFill>
        <p:spPr>
          <a:xfrm>
            <a:off x="0" y="2669685"/>
            <a:ext cx="4037012" cy="4188315"/>
          </a:xfrm>
          <a:prstGeom prst="rect">
            <a:avLst/>
          </a:prstGeom>
        </p:spPr>
      </p:pic>
      <p:pic>
        <p:nvPicPr>
          <p:cNvPr id="7" name="Picture 6"/>
          <p:cNvPicPr>
            <a:picLocks noChangeAspect="1"/>
          </p:cNvPicPr>
          <p:nvPr/>
        </p:nvPicPr>
        <p:blipFill rotWithShape="1">
          <a:blip r:embed="rId20">
            <a:extLst>
              <a:ext uri="{28A0092B-C50C-407E-A947-70E740481C1C}">
                <a14:useLocalDpi xmlns:a14="http://schemas.microsoft.com/office/drawing/2010/main" val="0"/>
              </a:ext>
            </a:extLst>
          </a:blip>
          <a:srcRect l="35640"/>
          <a:stretch/>
        </p:blipFill>
        <p:spPr>
          <a:xfrm>
            <a:off x="0" y="2892347"/>
            <a:ext cx="1522412" cy="2365453"/>
          </a:xfrm>
          <a:prstGeom prst="rect">
            <a:avLst/>
          </a:prstGeom>
        </p:spPr>
      </p:pic>
      <p:sp>
        <p:nvSpPr>
          <p:cNvPr id="16" name="Oval 15"/>
          <p:cNvSpPr/>
          <p:nvPr/>
        </p:nvSpPr>
        <p:spPr>
          <a:xfrm>
            <a:off x="8609012" y="1676400"/>
            <a:ext cx="2819400" cy="2819400"/>
          </a:xfrm>
          <a:prstGeom prst="ellipse">
            <a:avLst/>
          </a:prstGeom>
          <a:gradFill flip="none" rotWithShape="1">
            <a:gsLst>
              <a:gs pos="0">
                <a:schemeClr val="bg2">
                  <a:lumMod val="60000"/>
                  <a:lumOff val="40000"/>
                  <a:alpha val="7000"/>
                </a:schemeClr>
              </a:gs>
              <a:gs pos="69000">
                <a:schemeClr val="bg2">
                  <a:lumMod val="60000"/>
                  <a:lumOff val="40000"/>
                  <a:alpha val="0"/>
                </a:schemeClr>
              </a:gs>
              <a:gs pos="36000">
                <a:schemeClr val="bg2">
                  <a:lumMod val="60000"/>
                  <a:lumOff val="40000"/>
                  <a:alpha val="6000"/>
                </a:schemeClr>
              </a:gs>
            </a:gsLst>
            <a:path path="circle">
              <a:fillToRect l="50000" t="50000" r="50000" b="50000"/>
            </a:path>
            <a:tileRect/>
          </a:gradFill>
          <a:ln>
            <a:noFill/>
          </a:ln>
          <a:effectLst/>
        </p:spPr>
        <p:style>
          <a:lnRef idx="1">
            <a:schemeClr val="accent1"/>
          </a:lnRef>
          <a:fillRef idx="3">
            <a:schemeClr val="accent1"/>
          </a:fillRef>
          <a:effectRef idx="2">
            <a:schemeClr val="accent1"/>
          </a:effectRef>
          <a:fontRef idx="minor">
            <a:schemeClr val="lt1"/>
          </a:fontRef>
        </p:style>
        <p:txBody>
          <a:bodyPr/>
          <a:lstStyle/>
          <a:p>
            <a:endParaRPr lang="en-US"/>
          </a:p>
        </p:txBody>
      </p:sp>
      <p:pic>
        <p:nvPicPr>
          <p:cNvPr id="9" name="Picture 8"/>
          <p:cNvPicPr>
            <a:picLocks noChangeAspect="1"/>
          </p:cNvPicPr>
          <p:nvPr/>
        </p:nvPicPr>
        <p:blipFill rotWithShape="1">
          <a:blip r:embed="rId21">
            <a:extLst>
              <a:ext uri="{28A0092B-C50C-407E-A947-70E740481C1C}">
                <a14:useLocalDpi xmlns:a14="http://schemas.microsoft.com/office/drawing/2010/main" val="0"/>
              </a:ext>
            </a:extLst>
          </a:blip>
          <a:srcRect t="28813"/>
          <a:stretch/>
        </p:blipFill>
        <p:spPr>
          <a:xfrm>
            <a:off x="7999412" y="0"/>
            <a:ext cx="1603387" cy="1141407"/>
          </a:xfrm>
          <a:prstGeom prst="rect">
            <a:avLst/>
          </a:prstGeom>
        </p:spPr>
      </p:pic>
      <p:pic>
        <p:nvPicPr>
          <p:cNvPr id="10" name="Picture 9"/>
          <p:cNvPicPr>
            <a:picLocks noChangeAspect="1"/>
          </p:cNvPicPr>
          <p:nvPr/>
        </p:nvPicPr>
        <p:blipFill rotWithShape="1">
          <a:blip r:embed="rId22">
            <a:extLst>
              <a:ext uri="{28A0092B-C50C-407E-A947-70E740481C1C}">
                <a14:useLocalDpi xmlns:a14="http://schemas.microsoft.com/office/drawing/2010/main" val="0"/>
              </a:ext>
            </a:extLst>
          </a:blip>
          <a:srcRect b="23320"/>
          <a:stretch/>
        </p:blipFill>
        <p:spPr>
          <a:xfrm>
            <a:off x="8605878" y="6096000"/>
            <a:ext cx="993734" cy="762000"/>
          </a:xfrm>
          <a:prstGeom prst="rect">
            <a:avLst/>
          </a:prstGeom>
        </p:spPr>
      </p:pic>
      <p:sp>
        <p:nvSpPr>
          <p:cNvPr id="14" name="Rectangle 13"/>
          <p:cNvSpPr/>
          <p:nvPr/>
        </p:nvSpPr>
        <p:spPr>
          <a:xfrm>
            <a:off x="10437812" y="0"/>
            <a:ext cx="685800" cy="1143000"/>
          </a:xfrm>
          <a:prstGeom prst="rect">
            <a:avLst/>
          </a:prstGeom>
          <a:solidFill>
            <a:schemeClr val="accent1"/>
          </a:solidFill>
          <a:ln>
            <a:noFill/>
          </a:ln>
        </p:spPr>
        <p:style>
          <a:lnRef idx="1">
            <a:schemeClr val="accent1"/>
          </a:lnRef>
          <a:fillRef idx="3">
            <a:schemeClr val="accent1"/>
          </a:fillRef>
          <a:effectRef idx="2">
            <a:schemeClr val="accent1"/>
          </a:effectRef>
          <a:fontRef idx="minor">
            <a:schemeClr val="lt1"/>
          </a:fontRef>
        </p:style>
        <p:txBody>
          <a:bodyPr/>
          <a:lstStyle/>
          <a:p>
            <a:endParaRPr lang="en-US"/>
          </a:p>
        </p:txBody>
      </p:sp>
      <p:sp>
        <p:nvSpPr>
          <p:cNvPr id="2" name="Title Placeholder 1"/>
          <p:cNvSpPr>
            <a:spLocks noGrp="1"/>
          </p:cNvSpPr>
          <p:nvPr>
            <p:ph type="title"/>
          </p:nvPr>
        </p:nvSpPr>
        <p:spPr>
          <a:xfrm>
            <a:off x="646111" y="452718"/>
            <a:ext cx="9404723" cy="1400530"/>
          </a:xfrm>
          <a:prstGeom prst="rect">
            <a:avLst/>
          </a:prstGeom>
        </p:spPr>
        <p:txBody>
          <a:bodyPr vert="horz" lIns="91440" tIns="45720" rIns="91440" bIns="45720" rtlCol="0" anchor="t">
            <a:noAutofit/>
          </a:bodyPr>
          <a:lstStyle/>
          <a:p>
            <a:r>
              <a:rPr lang="en-US"/>
              <a:t>Click to edit Master title style</a:t>
            </a:r>
            <a:endParaRPr lang="en-US" dirty="0"/>
          </a:p>
        </p:txBody>
      </p:sp>
      <p:sp>
        <p:nvSpPr>
          <p:cNvPr id="3" name="Text Placeholder 2"/>
          <p:cNvSpPr>
            <a:spLocks noGrp="1"/>
          </p:cNvSpPr>
          <p:nvPr>
            <p:ph type="body" idx="1"/>
          </p:nvPr>
        </p:nvSpPr>
        <p:spPr>
          <a:xfrm>
            <a:off x="1103312" y="2052918"/>
            <a:ext cx="8946541" cy="419548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rot="5400000">
            <a:off x="10155639" y="1790701"/>
            <a:ext cx="990599" cy="304799"/>
          </a:xfrm>
          <a:prstGeom prst="rect">
            <a:avLst/>
          </a:prstGeom>
        </p:spPr>
        <p:txBody>
          <a:bodyPr vert="horz" lIns="91440" tIns="45720" rIns="91440" bIns="45720" rtlCol="0" anchor="t"/>
          <a:lstStyle>
            <a:lvl1pPr algn="l">
              <a:defRPr sz="1100" b="0" i="0">
                <a:solidFill>
                  <a:schemeClr val="tx1">
                    <a:tint val="75000"/>
                    <a:alpha val="60000"/>
                  </a:schemeClr>
                </a:solidFill>
              </a:defRPr>
            </a:lvl1pPr>
          </a:lstStyle>
          <a:p>
            <a:fld id="{54C40307-6FD0-4D48-BF01-004F00887955}" type="datetimeFigureOut">
              <a:rPr lang="en-US" smtClean="0"/>
              <a:t>6/9/2026</a:t>
            </a:fld>
            <a:endParaRPr lang="en-US"/>
          </a:p>
        </p:txBody>
      </p:sp>
      <p:sp>
        <p:nvSpPr>
          <p:cNvPr id="5" name="Footer Placeholder 4"/>
          <p:cNvSpPr>
            <a:spLocks noGrp="1"/>
          </p:cNvSpPr>
          <p:nvPr>
            <p:ph type="ftr" sz="quarter" idx="3"/>
          </p:nvPr>
        </p:nvSpPr>
        <p:spPr>
          <a:xfrm rot="5400000">
            <a:off x="8951573" y="3225297"/>
            <a:ext cx="3859795" cy="304801"/>
          </a:xfrm>
          <a:prstGeom prst="rect">
            <a:avLst/>
          </a:prstGeom>
        </p:spPr>
        <p:txBody>
          <a:bodyPr vert="horz" lIns="91440" tIns="45720" rIns="91440" bIns="45720" rtlCol="0" anchor="b"/>
          <a:lstStyle>
            <a:lvl1pPr algn="l">
              <a:defRPr sz="1100" b="0" i="0">
                <a:solidFill>
                  <a:schemeClr val="tx1">
                    <a:tint val="75000"/>
                    <a:alpha val="60000"/>
                  </a:schemeClr>
                </a:solidFill>
              </a:defRPr>
            </a:lvl1pPr>
          </a:lstStyle>
          <a:p>
            <a:endParaRPr lang="en-US"/>
          </a:p>
        </p:txBody>
      </p:sp>
      <p:sp>
        <p:nvSpPr>
          <p:cNvPr id="6" name="Slide Number Placeholder 5"/>
          <p:cNvSpPr>
            <a:spLocks noGrp="1"/>
          </p:cNvSpPr>
          <p:nvPr>
            <p:ph type="sldNum" sz="quarter" idx="4"/>
          </p:nvPr>
        </p:nvSpPr>
        <p:spPr bwMode="gray">
          <a:xfrm>
            <a:off x="10352540" y="295729"/>
            <a:ext cx="838199" cy="767687"/>
          </a:xfrm>
          <a:prstGeom prst="rect">
            <a:avLst/>
          </a:prstGeom>
        </p:spPr>
        <p:txBody>
          <a:bodyPr vert="horz" lIns="91440" tIns="45720" rIns="91440" bIns="45720" rtlCol="0" anchor="b"/>
          <a:lstStyle>
            <a:lvl1pPr algn="ctr">
              <a:defRPr sz="2800" b="0" i="0">
                <a:solidFill>
                  <a:schemeClr val="tx1">
                    <a:tint val="75000"/>
                  </a:schemeClr>
                </a:solidFill>
              </a:defRPr>
            </a:lvl1pPr>
          </a:lstStyle>
          <a:p>
            <a:fld id="{93F12216-491E-436F-87DE-B32F52EA0F20}" type="slidenum">
              <a:rPr lang="en-US" smtClean="0"/>
              <a:t>‹#›</a:t>
            </a:fld>
            <a:endParaRPr lang="en-US"/>
          </a:p>
        </p:txBody>
      </p:sp>
    </p:spTree>
    <p:extLst>
      <p:ext uri="{BB962C8B-B14F-4D97-AF65-F5344CB8AC3E}">
        <p14:creationId xmlns:p14="http://schemas.microsoft.com/office/powerpoint/2010/main" val="3816058064"/>
      </p:ext>
    </p:extLst>
  </p:cSld>
  <p:clrMap bg1="dk1" tx1="lt1" bg2="dk2" tx2="lt2" accent1="accent1" accent2="accent2" accent3="accent3" accent4="accent4" accent5="accent5" accent6="accent6" hlink="hlink" folHlink="folHlink"/>
  <p:sldLayoutIdLst>
    <p:sldLayoutId id="2147483714" r:id="rId1"/>
    <p:sldLayoutId id="2147483715" r:id="rId2"/>
    <p:sldLayoutId id="2147483716" r:id="rId3"/>
    <p:sldLayoutId id="2147483717" r:id="rId4"/>
    <p:sldLayoutId id="2147483718" r:id="rId5"/>
    <p:sldLayoutId id="2147483719" r:id="rId6"/>
    <p:sldLayoutId id="2147483720" r:id="rId7"/>
    <p:sldLayoutId id="2147483721" r:id="rId8"/>
    <p:sldLayoutId id="2147483722" r:id="rId9"/>
    <p:sldLayoutId id="2147483723" r:id="rId10"/>
    <p:sldLayoutId id="2147483724" r:id="rId11"/>
    <p:sldLayoutId id="2147483725" r:id="rId12"/>
    <p:sldLayoutId id="2147483726" r:id="rId13"/>
    <p:sldLayoutId id="2147483727" r:id="rId14"/>
    <p:sldLayoutId id="2147483728" r:id="rId15"/>
    <p:sldLayoutId id="2147483729" r:id="rId16"/>
    <p:sldLayoutId id="2147483730" r:id="rId17"/>
  </p:sldLayoutIdLst>
  <p:txStyles>
    <p:titleStyle>
      <a:lvl1pPr algn="l" defTabSz="457200" rtl="0" eaLnBrk="1" latinLnBrk="0" hangingPunct="1">
        <a:spcBef>
          <a:spcPct val="0"/>
        </a:spcBef>
        <a:buNone/>
        <a:defRPr sz="4200" b="0" i="0" kern="1200">
          <a:solidFill>
            <a:schemeClr val="tx2"/>
          </a:solidFill>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2000" b="0" i="0" kern="1200">
          <a:solidFill>
            <a:schemeClr val="tx1"/>
          </a:solidFill>
          <a:latin typeface="+mj-lt"/>
          <a:ea typeface="+mj-ea"/>
          <a:cs typeface="+mj-cs"/>
        </a:defRPr>
      </a:lvl1pPr>
      <a:lvl2pPr marL="742950" indent="-28575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800" b="0" i="0" kern="1200">
          <a:solidFill>
            <a:schemeClr val="tx1"/>
          </a:solidFill>
          <a:latin typeface="+mj-lt"/>
          <a:ea typeface="+mj-ea"/>
          <a:cs typeface="+mj-cs"/>
        </a:defRPr>
      </a:lvl2pPr>
      <a:lvl3pPr marL="1143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600" b="0" i="0" kern="1200">
          <a:solidFill>
            <a:schemeClr val="tx1"/>
          </a:solidFill>
          <a:latin typeface="+mj-lt"/>
          <a:ea typeface="+mj-ea"/>
          <a:cs typeface="+mj-cs"/>
        </a:defRPr>
      </a:lvl3pPr>
      <a:lvl4pPr marL="1600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4pPr>
      <a:lvl5pPr marL="20574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5pPr>
      <a:lvl6pPr marL="2506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6pPr>
      <a:lvl7pPr marL="29718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7pPr>
      <a:lvl8pPr marL="34290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8pPr>
      <a:lvl9pPr marL="3886200" indent="-228600" algn="l" defTabSz="457200" rtl="0" eaLnBrk="1" latinLnBrk="0" hangingPunct="1">
        <a:spcBef>
          <a:spcPts val="1000"/>
        </a:spcBef>
        <a:spcAft>
          <a:spcPts val="0"/>
        </a:spcAft>
        <a:buClr>
          <a:schemeClr val="bg2">
            <a:lumMod val="40000"/>
            <a:lumOff val="60000"/>
          </a:schemeClr>
        </a:buClr>
        <a:buSzPct val="80000"/>
        <a:buFont typeface="Wingdings 3" charset="2"/>
        <a:buChar char=""/>
        <a:defRPr sz="1400" b="0" i="0" kern="1200">
          <a:solidFill>
            <a:schemeClr val="tx1"/>
          </a:solidFill>
          <a:latin typeface="+mj-lt"/>
          <a:ea typeface="+mj-ea"/>
          <a:cs typeface="+mj-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26.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image" Target="../media/image40.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2" Type="http://schemas.openxmlformats.org/officeDocument/2006/relationships/image" Target="../media/image42.png"/><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938054-B3D1-569B-6591-76BAFDF086D5}"/>
              </a:ext>
            </a:extLst>
          </p:cNvPr>
          <p:cNvSpPr>
            <a:spLocks noGrp="1"/>
          </p:cNvSpPr>
          <p:nvPr>
            <p:ph type="ctrTitle"/>
          </p:nvPr>
        </p:nvSpPr>
        <p:spPr/>
        <p:txBody>
          <a:bodyPr/>
          <a:lstStyle/>
          <a:p>
            <a:r>
              <a:rPr lang="en-US" dirty="0"/>
              <a:t>Infoblox NIOS </a:t>
            </a:r>
          </a:p>
        </p:txBody>
      </p:sp>
      <p:sp>
        <p:nvSpPr>
          <p:cNvPr id="3" name="Subtitle 2">
            <a:extLst>
              <a:ext uri="{FF2B5EF4-FFF2-40B4-BE49-F238E27FC236}">
                <a16:creationId xmlns:a16="http://schemas.microsoft.com/office/drawing/2014/main" id="{548A4FAC-A6C4-3043-EC09-B2C94CCBF7EA}"/>
              </a:ext>
            </a:extLst>
          </p:cNvPr>
          <p:cNvSpPr>
            <a:spLocks noGrp="1"/>
          </p:cNvSpPr>
          <p:nvPr>
            <p:ph type="subTitle" idx="1"/>
          </p:nvPr>
        </p:nvSpPr>
        <p:spPr/>
        <p:txBody>
          <a:bodyPr/>
          <a:lstStyle/>
          <a:p>
            <a:r>
              <a:rPr lang="en-US" dirty="0"/>
              <a:t>Introduction                                                       Himansu panda</a:t>
            </a:r>
          </a:p>
        </p:txBody>
      </p:sp>
    </p:spTree>
    <p:extLst>
      <p:ext uri="{BB962C8B-B14F-4D97-AF65-F5344CB8AC3E}">
        <p14:creationId xmlns:p14="http://schemas.microsoft.com/office/powerpoint/2010/main" val="305220390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6">
            <a:extLst>
              <a:ext uri="{FF2B5EF4-FFF2-40B4-BE49-F238E27FC236}">
                <a16:creationId xmlns:a16="http://schemas.microsoft.com/office/drawing/2014/main" id="{DF0AE8B6-72EB-EDF9-2AB2-A3E791D79A4E}"/>
              </a:ext>
            </a:extLst>
          </p:cNvPr>
          <p:cNvSpPr>
            <a:spLocks noGrp="1"/>
          </p:cNvSpPr>
          <p:nvPr>
            <p:ph idx="1"/>
          </p:nvPr>
        </p:nvSpPr>
        <p:spPr>
          <a:xfrm>
            <a:off x="632298" y="418290"/>
            <a:ext cx="9417555" cy="5830110"/>
          </a:xfrm>
        </p:spPr>
        <p:txBody>
          <a:bodyPr/>
          <a:lstStyle/>
          <a:p>
            <a:r>
              <a:rPr lang="en-US" dirty="0"/>
              <a:t>Total 14 years of Experience in IT</a:t>
            </a:r>
          </a:p>
          <a:p>
            <a:endParaRPr lang="en-US" dirty="0"/>
          </a:p>
          <a:p>
            <a:r>
              <a:rPr lang="en-US" dirty="0"/>
              <a:t>Started in 2010 with expertise in Network Security and Monitoring.</a:t>
            </a:r>
          </a:p>
          <a:p>
            <a:pPr marL="0" indent="0">
              <a:buNone/>
            </a:pPr>
            <a:endParaRPr lang="en-US" dirty="0"/>
          </a:p>
          <a:p>
            <a:r>
              <a:rPr lang="en-US" dirty="0"/>
              <a:t>Expertise in Network Security (Firewall, VPN &amp; ISE), Infoblox ( DNS &amp; DHCP &amp; IPAM) , F5 LB and Cisco Thousand Eyes.</a:t>
            </a:r>
          </a:p>
          <a:p>
            <a:endParaRPr lang="en-US" dirty="0"/>
          </a:p>
          <a:p>
            <a:r>
              <a:rPr lang="en-US" dirty="0"/>
              <a:t>Completed 18 corporate training since  in Infoblox, Efficient IP, F5 and Cisco Thousand Eyes and Zabbix.</a:t>
            </a:r>
          </a:p>
          <a:p>
            <a:endParaRPr lang="en-US" dirty="0"/>
          </a:p>
          <a:p>
            <a:r>
              <a:rPr lang="en-US" dirty="0"/>
              <a:t>Migrated and integrated complex IB and F5 environments.</a:t>
            </a:r>
            <a:br>
              <a:rPr lang="en-US" dirty="0"/>
            </a:br>
            <a:endParaRPr lang="en-US" dirty="0"/>
          </a:p>
          <a:p>
            <a:r>
              <a:rPr lang="en-US" dirty="0"/>
              <a:t>Interested in Python AI/ML Algo implementation like Linear Regression, Random Forest and Decision Trees.</a:t>
            </a:r>
          </a:p>
          <a:p>
            <a:endParaRPr lang="en-US" dirty="0"/>
          </a:p>
        </p:txBody>
      </p:sp>
    </p:spTree>
    <p:extLst>
      <p:ext uri="{BB962C8B-B14F-4D97-AF65-F5344CB8AC3E}">
        <p14:creationId xmlns:p14="http://schemas.microsoft.com/office/powerpoint/2010/main" val="300602969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655312-573E-A234-19A8-27E71D039DC6}"/>
              </a:ext>
            </a:extLst>
          </p:cNvPr>
          <p:cNvSpPr>
            <a:spLocks noGrp="1"/>
          </p:cNvSpPr>
          <p:nvPr>
            <p:ph type="title"/>
          </p:nvPr>
        </p:nvSpPr>
        <p:spPr>
          <a:xfrm>
            <a:off x="646111" y="452718"/>
            <a:ext cx="8313063" cy="782695"/>
          </a:xfrm>
        </p:spPr>
        <p:txBody>
          <a:bodyPr/>
          <a:lstStyle/>
          <a:p>
            <a:r>
              <a:rPr lang="en-US" dirty="0"/>
              <a:t>Infoblox NIOS</a:t>
            </a:r>
          </a:p>
        </p:txBody>
      </p:sp>
      <p:sp>
        <p:nvSpPr>
          <p:cNvPr id="3" name="Content Placeholder 2">
            <a:extLst>
              <a:ext uri="{FF2B5EF4-FFF2-40B4-BE49-F238E27FC236}">
                <a16:creationId xmlns:a16="http://schemas.microsoft.com/office/drawing/2014/main" id="{559BEFB4-1C37-2D0C-59CB-2B6BDC5ADF4E}"/>
              </a:ext>
            </a:extLst>
          </p:cNvPr>
          <p:cNvSpPr>
            <a:spLocks noGrp="1"/>
          </p:cNvSpPr>
          <p:nvPr>
            <p:ph idx="1"/>
          </p:nvPr>
        </p:nvSpPr>
        <p:spPr>
          <a:xfrm>
            <a:off x="646111" y="1235414"/>
            <a:ext cx="10899777" cy="5447488"/>
          </a:xfrm>
        </p:spPr>
        <p:txBody>
          <a:bodyPr/>
          <a:lstStyle/>
          <a:p>
            <a:r>
              <a:rPr lang="en-US" dirty="0"/>
              <a:t>NIOS a IPAM Solution for in house ( DC &amp; Campus ).</a:t>
            </a:r>
          </a:p>
          <a:p>
            <a:r>
              <a:rPr lang="en-US" dirty="0"/>
              <a:t>NIOS DDI comes with appliance-based infrastructure providing the service of DNS, DHCP and IP address Management.</a:t>
            </a:r>
          </a:p>
          <a:p>
            <a:endParaRPr lang="en-US" dirty="0"/>
          </a:p>
        </p:txBody>
      </p:sp>
      <p:pic>
        <p:nvPicPr>
          <p:cNvPr id="5" name="Picture 4">
            <a:extLst>
              <a:ext uri="{FF2B5EF4-FFF2-40B4-BE49-F238E27FC236}">
                <a16:creationId xmlns:a16="http://schemas.microsoft.com/office/drawing/2014/main" id="{93CD402A-DD99-8BF4-E884-DC6895630539}"/>
              </a:ext>
            </a:extLst>
          </p:cNvPr>
          <p:cNvPicPr>
            <a:picLocks noChangeAspect="1"/>
          </p:cNvPicPr>
          <p:nvPr/>
        </p:nvPicPr>
        <p:blipFill>
          <a:blip r:embed="rId2"/>
          <a:stretch>
            <a:fillRect/>
          </a:stretch>
        </p:blipFill>
        <p:spPr>
          <a:xfrm>
            <a:off x="824621" y="2476120"/>
            <a:ext cx="4499427" cy="4206782"/>
          </a:xfrm>
          <a:prstGeom prst="rect">
            <a:avLst/>
          </a:prstGeom>
        </p:spPr>
      </p:pic>
      <p:pic>
        <p:nvPicPr>
          <p:cNvPr id="7" name="Picture 6">
            <a:extLst>
              <a:ext uri="{FF2B5EF4-FFF2-40B4-BE49-F238E27FC236}">
                <a16:creationId xmlns:a16="http://schemas.microsoft.com/office/drawing/2014/main" id="{A2F5B212-09D7-4843-0B94-F9095F7BEA6E}"/>
              </a:ext>
            </a:extLst>
          </p:cNvPr>
          <p:cNvPicPr>
            <a:picLocks noChangeAspect="1"/>
          </p:cNvPicPr>
          <p:nvPr/>
        </p:nvPicPr>
        <p:blipFill>
          <a:blip r:embed="rId3"/>
          <a:stretch>
            <a:fillRect/>
          </a:stretch>
        </p:blipFill>
        <p:spPr>
          <a:xfrm>
            <a:off x="5570653" y="3555171"/>
            <a:ext cx="6043330" cy="1922233"/>
          </a:xfrm>
          <a:prstGeom prst="rect">
            <a:avLst/>
          </a:prstGeom>
        </p:spPr>
      </p:pic>
    </p:spTree>
    <p:extLst>
      <p:ext uri="{BB962C8B-B14F-4D97-AF65-F5344CB8AC3E}">
        <p14:creationId xmlns:p14="http://schemas.microsoft.com/office/powerpoint/2010/main" val="130180684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321F6F-B65D-ED2D-C71A-D3F40F4597F1}"/>
              </a:ext>
            </a:extLst>
          </p:cNvPr>
          <p:cNvSpPr>
            <a:spLocks noGrp="1"/>
          </p:cNvSpPr>
          <p:nvPr>
            <p:ph type="title"/>
          </p:nvPr>
        </p:nvSpPr>
        <p:spPr>
          <a:xfrm>
            <a:off x="1103312" y="452719"/>
            <a:ext cx="8254697" cy="646508"/>
          </a:xfrm>
        </p:spPr>
        <p:txBody>
          <a:bodyPr/>
          <a:lstStyle/>
          <a:p>
            <a:r>
              <a:rPr lang="en-US" dirty="0"/>
              <a:t>Infoblox Deployment Methods</a:t>
            </a:r>
          </a:p>
        </p:txBody>
      </p:sp>
      <p:sp>
        <p:nvSpPr>
          <p:cNvPr id="3" name="Content Placeholder 2">
            <a:extLst>
              <a:ext uri="{FF2B5EF4-FFF2-40B4-BE49-F238E27FC236}">
                <a16:creationId xmlns:a16="http://schemas.microsoft.com/office/drawing/2014/main" id="{215C2FB1-F18A-C956-32E0-56FE7FE16B46}"/>
              </a:ext>
            </a:extLst>
          </p:cNvPr>
          <p:cNvSpPr>
            <a:spLocks noGrp="1"/>
          </p:cNvSpPr>
          <p:nvPr>
            <p:ph idx="1"/>
          </p:nvPr>
        </p:nvSpPr>
        <p:spPr>
          <a:xfrm>
            <a:off x="1103313" y="1303506"/>
            <a:ext cx="8770262" cy="4944893"/>
          </a:xfrm>
        </p:spPr>
        <p:txBody>
          <a:bodyPr/>
          <a:lstStyle/>
          <a:p>
            <a:r>
              <a:rPr lang="en-US" dirty="0"/>
              <a:t>Standalone/Grid</a:t>
            </a:r>
          </a:p>
          <a:p>
            <a:endParaRPr lang="en-US" dirty="0"/>
          </a:p>
          <a:p>
            <a:r>
              <a:rPr lang="en-US" dirty="0"/>
              <a:t>Working of Standalone appliances for Small Offices Hub.</a:t>
            </a:r>
          </a:p>
          <a:p>
            <a:endParaRPr lang="en-US" dirty="0"/>
          </a:p>
          <a:p>
            <a:r>
              <a:rPr lang="en-US" dirty="0"/>
              <a:t>Grid architecture and Grid communication.</a:t>
            </a:r>
          </a:p>
          <a:p>
            <a:r>
              <a:rPr lang="en-US" dirty="0"/>
              <a:t>Grid Master &amp; Grid Member.</a:t>
            </a:r>
          </a:p>
          <a:p>
            <a:endParaRPr lang="en-US" dirty="0"/>
          </a:p>
          <a:p>
            <a:r>
              <a:rPr lang="en-US" dirty="0"/>
              <a:t>High Availability Concept of Active Passive. ( HA) </a:t>
            </a:r>
          </a:p>
          <a:p>
            <a:endParaRPr lang="en-US" dirty="0"/>
          </a:p>
          <a:p>
            <a:endParaRPr lang="en-US" dirty="0"/>
          </a:p>
        </p:txBody>
      </p:sp>
    </p:spTree>
    <p:extLst>
      <p:ext uri="{BB962C8B-B14F-4D97-AF65-F5344CB8AC3E}">
        <p14:creationId xmlns:p14="http://schemas.microsoft.com/office/powerpoint/2010/main" val="70933841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DB6857-42B7-1057-493C-21AC92F8A68A}"/>
              </a:ext>
            </a:extLst>
          </p:cNvPr>
          <p:cNvSpPr>
            <a:spLocks noGrp="1"/>
          </p:cNvSpPr>
          <p:nvPr>
            <p:ph type="title"/>
          </p:nvPr>
        </p:nvSpPr>
        <p:spPr>
          <a:xfrm>
            <a:off x="646112" y="452718"/>
            <a:ext cx="8799446" cy="996703"/>
          </a:xfrm>
        </p:spPr>
        <p:txBody>
          <a:bodyPr/>
          <a:lstStyle/>
          <a:p>
            <a:r>
              <a:rPr lang="en-US" dirty="0"/>
              <a:t>Grid Basics</a:t>
            </a:r>
          </a:p>
        </p:txBody>
      </p:sp>
      <p:sp>
        <p:nvSpPr>
          <p:cNvPr id="3" name="Content Placeholder 2">
            <a:extLst>
              <a:ext uri="{FF2B5EF4-FFF2-40B4-BE49-F238E27FC236}">
                <a16:creationId xmlns:a16="http://schemas.microsoft.com/office/drawing/2014/main" id="{DA6DA10F-9016-A551-20C3-F8C451DB2CAA}"/>
              </a:ext>
            </a:extLst>
          </p:cNvPr>
          <p:cNvSpPr>
            <a:spLocks noGrp="1"/>
          </p:cNvSpPr>
          <p:nvPr>
            <p:ph idx="1"/>
          </p:nvPr>
        </p:nvSpPr>
        <p:spPr>
          <a:xfrm>
            <a:off x="719848" y="2023354"/>
            <a:ext cx="9330006" cy="4225046"/>
          </a:xfrm>
        </p:spPr>
        <p:txBody>
          <a:bodyPr/>
          <a:lstStyle/>
          <a:p>
            <a:r>
              <a:rPr lang="en-US" dirty="0"/>
              <a:t>A Master Grid contains one Multi-Grid Master and one or more members. </a:t>
            </a:r>
          </a:p>
          <a:p>
            <a:r>
              <a:rPr lang="en-US" dirty="0"/>
              <a:t>The Multi-Grid Master and its members can be single appliances or HA (High Availability) pairs. </a:t>
            </a:r>
          </a:p>
          <a:p>
            <a:r>
              <a:rPr lang="en-US" dirty="0"/>
              <a:t>The Master Grid members cannot run any protocol, such as DNS or DHCP. </a:t>
            </a:r>
          </a:p>
          <a:p>
            <a:r>
              <a:rPr lang="en-US" dirty="0"/>
              <a:t>Their only role in the Master Grid is that of Multi-Grid Master candidates.</a:t>
            </a:r>
          </a:p>
          <a:p>
            <a:r>
              <a:rPr lang="en-US" dirty="0"/>
              <a:t>An appliance or HA pair that joins a Master Grid that already has a Multi-Grid Master automatically becomes a Multi-Grid Master candidate.</a:t>
            </a:r>
          </a:p>
        </p:txBody>
      </p:sp>
    </p:spTree>
    <p:extLst>
      <p:ext uri="{BB962C8B-B14F-4D97-AF65-F5344CB8AC3E}">
        <p14:creationId xmlns:p14="http://schemas.microsoft.com/office/powerpoint/2010/main" val="79095429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C4B42958-7EBD-62E0-3A7E-654C34841FA8}"/>
              </a:ext>
            </a:extLst>
          </p:cNvPr>
          <p:cNvPicPr>
            <a:picLocks noGrp="1" noChangeAspect="1"/>
          </p:cNvPicPr>
          <p:nvPr>
            <p:ph idx="1"/>
          </p:nvPr>
        </p:nvPicPr>
        <p:blipFill>
          <a:blip r:embed="rId2"/>
          <a:stretch>
            <a:fillRect/>
          </a:stretch>
        </p:blipFill>
        <p:spPr>
          <a:xfrm>
            <a:off x="1202230" y="1035286"/>
            <a:ext cx="8920031" cy="4684578"/>
          </a:xfrm>
        </p:spPr>
      </p:pic>
    </p:spTree>
    <p:extLst>
      <p:ext uri="{BB962C8B-B14F-4D97-AF65-F5344CB8AC3E}">
        <p14:creationId xmlns:p14="http://schemas.microsoft.com/office/powerpoint/2010/main" val="141550422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A52F52CE-85F5-ED01-4455-AE113C15B35A}"/>
              </a:ext>
            </a:extLst>
          </p:cNvPr>
          <p:cNvPicPr>
            <a:picLocks noGrp="1" noChangeAspect="1"/>
          </p:cNvPicPr>
          <p:nvPr>
            <p:ph idx="1"/>
          </p:nvPr>
        </p:nvPicPr>
        <p:blipFill>
          <a:blip r:embed="rId2"/>
          <a:stretch>
            <a:fillRect/>
          </a:stretch>
        </p:blipFill>
        <p:spPr>
          <a:xfrm>
            <a:off x="681096" y="835227"/>
            <a:ext cx="10042628" cy="5050008"/>
          </a:xfrm>
        </p:spPr>
      </p:pic>
    </p:spTree>
    <p:extLst>
      <p:ext uri="{BB962C8B-B14F-4D97-AF65-F5344CB8AC3E}">
        <p14:creationId xmlns:p14="http://schemas.microsoft.com/office/powerpoint/2010/main" val="130993029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C7E93403-9572-A627-AD84-19042685C80B}"/>
              </a:ext>
            </a:extLst>
          </p:cNvPr>
          <p:cNvPicPr>
            <a:picLocks noGrp="1" noChangeAspect="1"/>
          </p:cNvPicPr>
          <p:nvPr>
            <p:ph idx="1"/>
          </p:nvPr>
        </p:nvPicPr>
        <p:blipFill>
          <a:blip r:embed="rId2"/>
          <a:stretch>
            <a:fillRect/>
          </a:stretch>
        </p:blipFill>
        <p:spPr>
          <a:xfrm>
            <a:off x="258436" y="828957"/>
            <a:ext cx="10760816" cy="5425928"/>
          </a:xfrm>
        </p:spPr>
      </p:pic>
    </p:spTree>
    <p:extLst>
      <p:ext uri="{BB962C8B-B14F-4D97-AF65-F5344CB8AC3E}">
        <p14:creationId xmlns:p14="http://schemas.microsoft.com/office/powerpoint/2010/main" val="367532141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12FC9CBA-DFF6-62CC-844E-0DBC2720E5D3}"/>
              </a:ext>
            </a:extLst>
          </p:cNvPr>
          <p:cNvPicPr>
            <a:picLocks noGrp="1" noChangeAspect="1"/>
          </p:cNvPicPr>
          <p:nvPr>
            <p:ph idx="1"/>
          </p:nvPr>
        </p:nvPicPr>
        <p:blipFill>
          <a:blip r:embed="rId2"/>
          <a:stretch>
            <a:fillRect/>
          </a:stretch>
        </p:blipFill>
        <p:spPr>
          <a:xfrm>
            <a:off x="845385" y="715956"/>
            <a:ext cx="10244147" cy="5601186"/>
          </a:xfrm>
        </p:spPr>
      </p:pic>
    </p:spTree>
    <p:extLst>
      <p:ext uri="{BB962C8B-B14F-4D97-AF65-F5344CB8AC3E}">
        <p14:creationId xmlns:p14="http://schemas.microsoft.com/office/powerpoint/2010/main" val="270133548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26D1E452-F7A7-00F1-6FE1-6B5D3F22784C}"/>
              </a:ext>
            </a:extLst>
          </p:cNvPr>
          <p:cNvPicPr>
            <a:picLocks noGrp="1" noChangeAspect="1"/>
          </p:cNvPicPr>
          <p:nvPr>
            <p:ph idx="1"/>
          </p:nvPr>
        </p:nvPicPr>
        <p:blipFill>
          <a:blip r:embed="rId2"/>
          <a:stretch>
            <a:fillRect/>
          </a:stretch>
        </p:blipFill>
        <p:spPr>
          <a:xfrm>
            <a:off x="741841" y="1029877"/>
            <a:ext cx="9919674" cy="5331236"/>
          </a:xfrm>
        </p:spPr>
      </p:pic>
    </p:spTree>
    <p:extLst>
      <p:ext uri="{BB962C8B-B14F-4D97-AF65-F5344CB8AC3E}">
        <p14:creationId xmlns:p14="http://schemas.microsoft.com/office/powerpoint/2010/main" val="210752087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BD177C2A-ED8B-7097-4FF9-BE0CABF3C2E0}"/>
              </a:ext>
            </a:extLst>
          </p:cNvPr>
          <p:cNvPicPr>
            <a:picLocks noGrp="1" noChangeAspect="1"/>
          </p:cNvPicPr>
          <p:nvPr>
            <p:ph idx="1"/>
          </p:nvPr>
        </p:nvPicPr>
        <p:blipFill>
          <a:blip r:embed="rId2"/>
          <a:stretch>
            <a:fillRect/>
          </a:stretch>
        </p:blipFill>
        <p:spPr>
          <a:xfrm>
            <a:off x="492787" y="1136597"/>
            <a:ext cx="10818833" cy="5322569"/>
          </a:xfrm>
        </p:spPr>
      </p:pic>
    </p:spTree>
    <p:extLst>
      <p:ext uri="{BB962C8B-B14F-4D97-AF65-F5344CB8AC3E}">
        <p14:creationId xmlns:p14="http://schemas.microsoft.com/office/powerpoint/2010/main" val="171892983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F9DC16EE-69DB-2026-8DF0-1A803A5B1379}"/>
              </a:ext>
            </a:extLst>
          </p:cNvPr>
          <p:cNvPicPr>
            <a:picLocks noGrp="1" noChangeAspect="1"/>
          </p:cNvPicPr>
          <p:nvPr>
            <p:ph idx="1"/>
          </p:nvPr>
        </p:nvPicPr>
        <p:blipFill>
          <a:blip r:embed="rId2"/>
          <a:stretch>
            <a:fillRect/>
          </a:stretch>
        </p:blipFill>
        <p:spPr>
          <a:xfrm>
            <a:off x="646111" y="1152983"/>
            <a:ext cx="10790024" cy="4985170"/>
          </a:xfrm>
        </p:spPr>
      </p:pic>
    </p:spTree>
    <p:extLst>
      <p:ext uri="{BB962C8B-B14F-4D97-AF65-F5344CB8AC3E}">
        <p14:creationId xmlns:p14="http://schemas.microsoft.com/office/powerpoint/2010/main" val="42466159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0389A87-CBCE-3159-C8D0-48084896784B}"/>
              </a:ext>
            </a:extLst>
          </p:cNvPr>
          <p:cNvSpPr>
            <a:spLocks noGrp="1"/>
          </p:cNvSpPr>
          <p:nvPr>
            <p:ph idx="1"/>
          </p:nvPr>
        </p:nvSpPr>
        <p:spPr/>
        <p:txBody>
          <a:bodyPr/>
          <a:lstStyle/>
          <a:p>
            <a:endParaRPr lang="en-US"/>
          </a:p>
        </p:txBody>
      </p:sp>
      <p:pic>
        <p:nvPicPr>
          <p:cNvPr id="5" name="Picture 4">
            <a:extLst>
              <a:ext uri="{FF2B5EF4-FFF2-40B4-BE49-F238E27FC236}">
                <a16:creationId xmlns:a16="http://schemas.microsoft.com/office/drawing/2014/main" id="{2C9DF9CA-8EC1-0ACA-2C7C-CC338D138D8E}"/>
              </a:ext>
            </a:extLst>
          </p:cNvPr>
          <p:cNvPicPr>
            <a:picLocks noChangeAspect="1"/>
          </p:cNvPicPr>
          <p:nvPr/>
        </p:nvPicPr>
        <p:blipFill>
          <a:blip r:embed="rId2"/>
          <a:stretch>
            <a:fillRect/>
          </a:stretch>
        </p:blipFill>
        <p:spPr>
          <a:xfrm>
            <a:off x="646110" y="1152983"/>
            <a:ext cx="10774161" cy="5283246"/>
          </a:xfrm>
          <a:prstGeom prst="rect">
            <a:avLst/>
          </a:prstGeom>
        </p:spPr>
      </p:pic>
    </p:spTree>
    <p:extLst>
      <p:ext uri="{BB962C8B-B14F-4D97-AF65-F5344CB8AC3E}">
        <p14:creationId xmlns:p14="http://schemas.microsoft.com/office/powerpoint/2010/main" val="375962289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4E6910F-A6D0-5F1D-E50C-284D9C33DF3E}"/>
              </a:ext>
            </a:extLst>
          </p:cNvPr>
          <p:cNvSpPr>
            <a:spLocks noGrp="1"/>
          </p:cNvSpPr>
          <p:nvPr>
            <p:ph idx="1"/>
          </p:nvPr>
        </p:nvSpPr>
        <p:spPr>
          <a:xfrm>
            <a:off x="714205" y="2052918"/>
            <a:ext cx="9762484" cy="4195481"/>
          </a:xfrm>
        </p:spPr>
        <p:txBody>
          <a:bodyPr/>
          <a:lstStyle/>
          <a:p>
            <a:endParaRPr lang="en-US" dirty="0"/>
          </a:p>
        </p:txBody>
      </p:sp>
      <p:pic>
        <p:nvPicPr>
          <p:cNvPr id="5" name="Picture 4">
            <a:extLst>
              <a:ext uri="{FF2B5EF4-FFF2-40B4-BE49-F238E27FC236}">
                <a16:creationId xmlns:a16="http://schemas.microsoft.com/office/drawing/2014/main" id="{22C1E97F-06DB-2A97-000D-65C93EB8181D}"/>
              </a:ext>
            </a:extLst>
          </p:cNvPr>
          <p:cNvPicPr>
            <a:picLocks noChangeAspect="1"/>
          </p:cNvPicPr>
          <p:nvPr/>
        </p:nvPicPr>
        <p:blipFill>
          <a:blip r:embed="rId2"/>
          <a:stretch>
            <a:fillRect/>
          </a:stretch>
        </p:blipFill>
        <p:spPr>
          <a:xfrm>
            <a:off x="605690" y="1162711"/>
            <a:ext cx="10620030" cy="5095416"/>
          </a:xfrm>
          <a:prstGeom prst="rect">
            <a:avLst/>
          </a:prstGeom>
        </p:spPr>
      </p:pic>
    </p:spTree>
    <p:extLst>
      <p:ext uri="{BB962C8B-B14F-4D97-AF65-F5344CB8AC3E}">
        <p14:creationId xmlns:p14="http://schemas.microsoft.com/office/powerpoint/2010/main" val="29959361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530CD34-45AB-376C-B01C-C69F80CC07D8}"/>
              </a:ext>
            </a:extLst>
          </p:cNvPr>
          <p:cNvSpPr>
            <a:spLocks noGrp="1"/>
          </p:cNvSpPr>
          <p:nvPr>
            <p:ph idx="1"/>
          </p:nvPr>
        </p:nvSpPr>
        <p:spPr>
          <a:xfrm>
            <a:off x="645132" y="1994170"/>
            <a:ext cx="9404722" cy="4254229"/>
          </a:xfrm>
        </p:spPr>
        <p:txBody>
          <a:bodyPr/>
          <a:lstStyle/>
          <a:p>
            <a:endParaRPr lang="en-US" dirty="0"/>
          </a:p>
        </p:txBody>
      </p:sp>
      <p:pic>
        <p:nvPicPr>
          <p:cNvPr id="5" name="Picture 4">
            <a:extLst>
              <a:ext uri="{FF2B5EF4-FFF2-40B4-BE49-F238E27FC236}">
                <a16:creationId xmlns:a16="http://schemas.microsoft.com/office/drawing/2014/main" id="{6FECA6F9-E46D-C6AD-87E0-20447C8FA97E}"/>
              </a:ext>
            </a:extLst>
          </p:cNvPr>
          <p:cNvPicPr>
            <a:picLocks noChangeAspect="1"/>
          </p:cNvPicPr>
          <p:nvPr/>
        </p:nvPicPr>
        <p:blipFill>
          <a:blip r:embed="rId2"/>
          <a:stretch>
            <a:fillRect/>
          </a:stretch>
        </p:blipFill>
        <p:spPr>
          <a:xfrm>
            <a:off x="450578" y="1152982"/>
            <a:ext cx="11283302" cy="5238089"/>
          </a:xfrm>
          <a:prstGeom prst="rect">
            <a:avLst/>
          </a:prstGeom>
        </p:spPr>
      </p:pic>
    </p:spTree>
    <p:extLst>
      <p:ext uri="{BB962C8B-B14F-4D97-AF65-F5344CB8AC3E}">
        <p14:creationId xmlns:p14="http://schemas.microsoft.com/office/powerpoint/2010/main" val="191959693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E2386FB6-30FF-7299-1048-B56024BC1F68}"/>
              </a:ext>
            </a:extLst>
          </p:cNvPr>
          <p:cNvPicPr>
            <a:picLocks noGrp="1" noChangeAspect="1"/>
          </p:cNvPicPr>
          <p:nvPr>
            <p:ph idx="1"/>
          </p:nvPr>
        </p:nvPicPr>
        <p:blipFill>
          <a:blip r:embed="rId2"/>
          <a:stretch>
            <a:fillRect/>
          </a:stretch>
        </p:blipFill>
        <p:spPr>
          <a:xfrm>
            <a:off x="471403" y="1152983"/>
            <a:ext cx="10953265" cy="5247816"/>
          </a:xfrm>
        </p:spPr>
      </p:pic>
    </p:spTree>
    <p:extLst>
      <p:ext uri="{BB962C8B-B14F-4D97-AF65-F5344CB8AC3E}">
        <p14:creationId xmlns:p14="http://schemas.microsoft.com/office/powerpoint/2010/main" val="103063525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1E12EB26-45F7-08C9-3329-79EB8A0F4BD4}"/>
              </a:ext>
            </a:extLst>
          </p:cNvPr>
          <p:cNvPicPr>
            <a:picLocks noGrp="1" noChangeAspect="1"/>
          </p:cNvPicPr>
          <p:nvPr>
            <p:ph idx="1"/>
          </p:nvPr>
        </p:nvPicPr>
        <p:blipFill>
          <a:blip r:embed="rId2"/>
          <a:stretch>
            <a:fillRect/>
          </a:stretch>
        </p:blipFill>
        <p:spPr>
          <a:xfrm>
            <a:off x="616927" y="1084889"/>
            <a:ext cx="10616487" cy="5471554"/>
          </a:xfrm>
        </p:spPr>
      </p:pic>
    </p:spTree>
    <p:extLst>
      <p:ext uri="{BB962C8B-B14F-4D97-AF65-F5344CB8AC3E}">
        <p14:creationId xmlns:p14="http://schemas.microsoft.com/office/powerpoint/2010/main" val="19009759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1853DC3B-5D25-4493-CF0D-22DE70D0F7EA}"/>
              </a:ext>
            </a:extLst>
          </p:cNvPr>
          <p:cNvPicPr>
            <a:picLocks noChangeAspect="1"/>
          </p:cNvPicPr>
          <p:nvPr/>
        </p:nvPicPr>
        <p:blipFill>
          <a:blip r:embed="rId2"/>
          <a:stretch>
            <a:fillRect/>
          </a:stretch>
        </p:blipFill>
        <p:spPr>
          <a:xfrm>
            <a:off x="676400" y="729357"/>
            <a:ext cx="10452043" cy="5544984"/>
          </a:xfrm>
          <a:prstGeom prst="rect">
            <a:avLst/>
          </a:prstGeom>
        </p:spPr>
      </p:pic>
    </p:spTree>
    <p:extLst>
      <p:ext uri="{BB962C8B-B14F-4D97-AF65-F5344CB8AC3E}">
        <p14:creationId xmlns:p14="http://schemas.microsoft.com/office/powerpoint/2010/main" val="181446085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0B4BD3F8-B3E0-4F5E-EDDD-9990DC3E9508}"/>
              </a:ext>
            </a:extLst>
          </p:cNvPr>
          <p:cNvPicPr>
            <a:picLocks noChangeAspect="1"/>
          </p:cNvPicPr>
          <p:nvPr/>
        </p:nvPicPr>
        <p:blipFill>
          <a:blip r:embed="rId2"/>
          <a:stretch>
            <a:fillRect/>
          </a:stretch>
        </p:blipFill>
        <p:spPr>
          <a:xfrm>
            <a:off x="461673" y="1037230"/>
            <a:ext cx="11006779" cy="5538668"/>
          </a:xfrm>
          <a:prstGeom prst="rect">
            <a:avLst/>
          </a:prstGeom>
        </p:spPr>
      </p:pic>
    </p:spTree>
    <p:extLst>
      <p:ext uri="{BB962C8B-B14F-4D97-AF65-F5344CB8AC3E}">
        <p14:creationId xmlns:p14="http://schemas.microsoft.com/office/powerpoint/2010/main" val="77720032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10645030-E1B4-B70F-5E9B-20BE48BD81BF}"/>
              </a:ext>
            </a:extLst>
          </p:cNvPr>
          <p:cNvPicPr>
            <a:picLocks noChangeAspect="1"/>
          </p:cNvPicPr>
          <p:nvPr/>
        </p:nvPicPr>
        <p:blipFill>
          <a:blip r:embed="rId2"/>
          <a:stretch>
            <a:fillRect/>
          </a:stretch>
        </p:blipFill>
        <p:spPr>
          <a:xfrm>
            <a:off x="385329" y="881453"/>
            <a:ext cx="11047469" cy="5441525"/>
          </a:xfrm>
          <a:prstGeom prst="rect">
            <a:avLst/>
          </a:prstGeom>
        </p:spPr>
      </p:pic>
    </p:spTree>
    <p:extLst>
      <p:ext uri="{BB962C8B-B14F-4D97-AF65-F5344CB8AC3E}">
        <p14:creationId xmlns:p14="http://schemas.microsoft.com/office/powerpoint/2010/main" val="49860422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EB901E0D-7AE1-9A23-FBA6-AA59FD90CE4A}"/>
              </a:ext>
            </a:extLst>
          </p:cNvPr>
          <p:cNvPicPr>
            <a:picLocks noChangeAspect="1"/>
          </p:cNvPicPr>
          <p:nvPr/>
        </p:nvPicPr>
        <p:blipFill>
          <a:blip r:embed="rId2"/>
          <a:stretch>
            <a:fillRect/>
          </a:stretch>
        </p:blipFill>
        <p:spPr>
          <a:xfrm>
            <a:off x="473508" y="747688"/>
            <a:ext cx="11001671" cy="5653111"/>
          </a:xfrm>
          <a:prstGeom prst="rect">
            <a:avLst/>
          </a:prstGeom>
        </p:spPr>
      </p:pic>
    </p:spTree>
    <p:extLst>
      <p:ext uri="{BB962C8B-B14F-4D97-AF65-F5344CB8AC3E}">
        <p14:creationId xmlns:p14="http://schemas.microsoft.com/office/powerpoint/2010/main" val="64796096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2E10E55-470F-7149-CC47-401E120DA1F1}"/>
              </a:ext>
            </a:extLst>
          </p:cNvPr>
          <p:cNvPicPr>
            <a:picLocks noChangeAspect="1"/>
          </p:cNvPicPr>
          <p:nvPr/>
        </p:nvPicPr>
        <p:blipFill>
          <a:blip r:embed="rId2"/>
          <a:stretch>
            <a:fillRect/>
          </a:stretch>
        </p:blipFill>
        <p:spPr>
          <a:xfrm>
            <a:off x="465395" y="981959"/>
            <a:ext cx="10707486" cy="5613393"/>
          </a:xfrm>
          <a:prstGeom prst="rect">
            <a:avLst/>
          </a:prstGeom>
        </p:spPr>
      </p:pic>
    </p:spTree>
    <p:extLst>
      <p:ext uri="{BB962C8B-B14F-4D97-AF65-F5344CB8AC3E}">
        <p14:creationId xmlns:p14="http://schemas.microsoft.com/office/powerpoint/2010/main" val="83792296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B3CA11F3-9AAA-AC81-DBE8-0226B157505A}"/>
              </a:ext>
            </a:extLst>
          </p:cNvPr>
          <p:cNvPicPr>
            <a:picLocks noChangeAspect="1"/>
          </p:cNvPicPr>
          <p:nvPr/>
        </p:nvPicPr>
        <p:blipFill>
          <a:blip r:embed="rId2"/>
          <a:stretch>
            <a:fillRect/>
          </a:stretch>
        </p:blipFill>
        <p:spPr>
          <a:xfrm>
            <a:off x="811958" y="1141452"/>
            <a:ext cx="10316484" cy="5269075"/>
          </a:xfrm>
          <a:prstGeom prst="rect">
            <a:avLst/>
          </a:prstGeom>
        </p:spPr>
      </p:pic>
    </p:spTree>
    <p:extLst>
      <p:ext uri="{BB962C8B-B14F-4D97-AF65-F5344CB8AC3E}">
        <p14:creationId xmlns:p14="http://schemas.microsoft.com/office/powerpoint/2010/main" val="420125517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F5F6AB61-F98E-C19F-DBF0-34FA9DF2A4E4}"/>
              </a:ext>
            </a:extLst>
          </p:cNvPr>
          <p:cNvPicPr>
            <a:picLocks noChangeAspect="1"/>
          </p:cNvPicPr>
          <p:nvPr/>
        </p:nvPicPr>
        <p:blipFill>
          <a:blip r:embed="rId2"/>
          <a:stretch>
            <a:fillRect/>
          </a:stretch>
        </p:blipFill>
        <p:spPr>
          <a:xfrm>
            <a:off x="1104945" y="1146927"/>
            <a:ext cx="10137753" cy="5331694"/>
          </a:xfrm>
          <a:prstGeom prst="rect">
            <a:avLst/>
          </a:prstGeom>
        </p:spPr>
      </p:pic>
    </p:spTree>
    <p:extLst>
      <p:ext uri="{BB962C8B-B14F-4D97-AF65-F5344CB8AC3E}">
        <p14:creationId xmlns:p14="http://schemas.microsoft.com/office/powerpoint/2010/main" val="337634473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AC43C37-7C6B-38D3-286D-8B51187F291A}"/>
              </a:ext>
            </a:extLst>
          </p:cNvPr>
          <p:cNvSpPr>
            <a:spLocks noGrp="1"/>
          </p:cNvSpPr>
          <p:nvPr>
            <p:ph type="title"/>
          </p:nvPr>
        </p:nvSpPr>
        <p:spPr/>
        <p:txBody>
          <a:bodyPr/>
          <a:lstStyle/>
          <a:p>
            <a:r>
              <a:rPr lang="en-US" dirty="0"/>
              <a:t>DHCP Service Infoblox</a:t>
            </a:r>
          </a:p>
        </p:txBody>
      </p:sp>
      <p:sp>
        <p:nvSpPr>
          <p:cNvPr id="3" name="Content Placeholder 2">
            <a:extLst>
              <a:ext uri="{FF2B5EF4-FFF2-40B4-BE49-F238E27FC236}">
                <a16:creationId xmlns:a16="http://schemas.microsoft.com/office/drawing/2014/main" id="{9CC4E0F5-F6D3-7F6F-5F6C-85C38825DACB}"/>
              </a:ext>
            </a:extLst>
          </p:cNvPr>
          <p:cNvSpPr>
            <a:spLocks noGrp="1"/>
          </p:cNvSpPr>
          <p:nvPr>
            <p:ph idx="1"/>
          </p:nvPr>
        </p:nvSpPr>
        <p:spPr/>
        <p:txBody>
          <a:bodyPr/>
          <a:lstStyle/>
          <a:p>
            <a:r>
              <a:rPr lang="en-US" dirty="0">
                <a:solidFill>
                  <a:srgbClr val="111111"/>
                </a:solidFill>
                <a:latin typeface="Arial" panose="020B0604020202020204" pitchFamily="34" charset="0"/>
              </a:rPr>
              <a:t>W</a:t>
            </a:r>
            <a:r>
              <a:rPr lang="en-US" b="0" i="0" dirty="0">
                <a:solidFill>
                  <a:srgbClr val="111111"/>
                </a:solidFill>
                <a:effectLst/>
                <a:latin typeface="Arial" panose="020B0604020202020204" pitchFamily="34" charset="0"/>
              </a:rPr>
              <a:t>hen a DHCP client requests an IP address, it sends a DHCPDISCOVER message to the router, which can act as a relay agent. </a:t>
            </a:r>
          </a:p>
          <a:p>
            <a:r>
              <a:rPr lang="en-US" b="0" i="0" dirty="0">
                <a:solidFill>
                  <a:srgbClr val="111111"/>
                </a:solidFill>
                <a:effectLst/>
                <a:latin typeface="Arial" panose="020B0604020202020204" pitchFamily="34" charset="0"/>
              </a:rPr>
              <a:t>The router forwards the message to the DHCP server. </a:t>
            </a:r>
          </a:p>
          <a:p>
            <a:r>
              <a:rPr lang="en-US" b="0" i="0" dirty="0">
                <a:solidFill>
                  <a:srgbClr val="111111"/>
                </a:solidFill>
                <a:effectLst/>
                <a:latin typeface="Arial" panose="020B0604020202020204" pitchFamily="34" charset="0"/>
              </a:rPr>
              <a:t>When the DHCP server receives the DHCPDISCOVER message, it determines the network segment to which the client belongs and assigns an IP address. </a:t>
            </a:r>
          </a:p>
          <a:p>
            <a:r>
              <a:rPr lang="en-US" b="0" i="0" dirty="0">
                <a:solidFill>
                  <a:srgbClr val="111111"/>
                </a:solidFill>
                <a:effectLst/>
                <a:latin typeface="Arial" panose="020B0604020202020204" pitchFamily="34" charset="0"/>
              </a:rPr>
              <a:t>The DHCP server then sends a DHCPOFFER message that includes the IP address and other network configuration information.</a:t>
            </a:r>
          </a:p>
          <a:p>
            <a:r>
              <a:rPr lang="en-US" b="0" i="0" dirty="0">
                <a:solidFill>
                  <a:srgbClr val="111111"/>
                </a:solidFill>
                <a:effectLst/>
                <a:latin typeface="Arial" panose="020B0604020202020204" pitchFamily="34" charset="0"/>
              </a:rPr>
              <a:t> When the router receives the DHCPOFFER message, it broadcasts the message to the client that sent the DHCPDISCOVER message.</a:t>
            </a:r>
            <a:endParaRPr lang="en-US" dirty="0"/>
          </a:p>
        </p:txBody>
      </p:sp>
    </p:spTree>
    <p:extLst>
      <p:ext uri="{BB962C8B-B14F-4D97-AF65-F5344CB8AC3E}">
        <p14:creationId xmlns:p14="http://schemas.microsoft.com/office/powerpoint/2010/main" val="364008016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74C4CBD9-EDE1-3FBD-858E-E0841F38FADE}"/>
              </a:ext>
            </a:extLst>
          </p:cNvPr>
          <p:cNvPicPr>
            <a:picLocks noChangeAspect="1"/>
          </p:cNvPicPr>
          <p:nvPr/>
        </p:nvPicPr>
        <p:blipFill>
          <a:blip r:embed="rId2"/>
          <a:stretch>
            <a:fillRect/>
          </a:stretch>
        </p:blipFill>
        <p:spPr>
          <a:xfrm>
            <a:off x="973193" y="1130382"/>
            <a:ext cx="8705828" cy="4869610"/>
          </a:xfrm>
          <a:prstGeom prst="rect">
            <a:avLst/>
          </a:prstGeom>
        </p:spPr>
      </p:pic>
    </p:spTree>
    <p:extLst>
      <p:ext uri="{BB962C8B-B14F-4D97-AF65-F5344CB8AC3E}">
        <p14:creationId xmlns:p14="http://schemas.microsoft.com/office/powerpoint/2010/main" val="141501120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B358D16-8AE3-63CE-D3ED-E5F02CC36709}"/>
              </a:ext>
            </a:extLst>
          </p:cNvPr>
          <p:cNvSpPr>
            <a:spLocks noGrp="1"/>
          </p:cNvSpPr>
          <p:nvPr>
            <p:ph type="title"/>
          </p:nvPr>
        </p:nvSpPr>
        <p:spPr>
          <a:xfrm>
            <a:off x="646112" y="452718"/>
            <a:ext cx="9101004" cy="1055069"/>
          </a:xfrm>
        </p:spPr>
        <p:txBody>
          <a:bodyPr/>
          <a:lstStyle/>
          <a:p>
            <a:r>
              <a:rPr lang="en-US" dirty="0"/>
              <a:t>Configuring DHCP ping Status</a:t>
            </a:r>
          </a:p>
        </p:txBody>
      </p:sp>
      <p:sp>
        <p:nvSpPr>
          <p:cNvPr id="3" name="Content Placeholder 2">
            <a:extLst>
              <a:ext uri="{FF2B5EF4-FFF2-40B4-BE49-F238E27FC236}">
                <a16:creationId xmlns:a16="http://schemas.microsoft.com/office/drawing/2014/main" id="{B13525DE-6F2C-356A-AEA3-B6327AC21091}"/>
              </a:ext>
            </a:extLst>
          </p:cNvPr>
          <p:cNvSpPr>
            <a:spLocks noGrp="1"/>
          </p:cNvSpPr>
          <p:nvPr>
            <p:ph idx="1"/>
          </p:nvPr>
        </p:nvSpPr>
        <p:spPr>
          <a:xfrm>
            <a:off x="646112" y="1293780"/>
            <a:ext cx="9403741" cy="4954620"/>
          </a:xfrm>
        </p:spPr>
        <p:txBody>
          <a:bodyPr/>
          <a:lstStyle/>
          <a:p>
            <a:r>
              <a:rPr lang="en-US" dirty="0">
                <a:solidFill>
                  <a:schemeClr val="bg1"/>
                </a:solidFill>
              </a:rPr>
              <a:t>W</a:t>
            </a:r>
            <a:r>
              <a:rPr lang="en-US" b="0" i="0" dirty="0">
                <a:solidFill>
                  <a:schemeClr val="bg1"/>
                </a:solidFill>
                <a:effectLst/>
                <a:latin typeface="Arial" panose="020B0604020202020204" pitchFamily="34" charset="0"/>
              </a:rPr>
              <a:t>hen a DHCP client first tries to connect to a network, it broadcasts its request for an IP address. When the appliance receives such a request, it checks its record of assigned IP addresses and leases.</a:t>
            </a:r>
          </a:p>
          <a:p>
            <a:r>
              <a:rPr lang="en-US" b="0" i="0" dirty="0">
                <a:solidFill>
                  <a:schemeClr val="bg1"/>
                </a:solidFill>
                <a:effectLst/>
                <a:latin typeface="Arial" panose="020B0604020202020204" pitchFamily="34" charset="0"/>
              </a:rPr>
              <a:t> Because there are a limited number of IP addresses available, the appliance reassigns IP addresses whose leases might have expired. Therefore, once the appliance selects a candidate IP address for lease, it sends an ICMP echo request (or ping) to the IP address to verify that it is not in use.</a:t>
            </a:r>
          </a:p>
          <a:p>
            <a:r>
              <a:rPr lang="en-US" b="0" i="0" dirty="0">
                <a:solidFill>
                  <a:schemeClr val="bg1"/>
                </a:solidFill>
                <a:effectLst/>
                <a:latin typeface="Arial" panose="020B0604020202020204" pitchFamily="34" charset="0"/>
              </a:rPr>
              <a:t>If the appliance receives a response, this indicates that the IP address is still in use. Note that the lease status for this IP address is </a:t>
            </a:r>
            <a:r>
              <a:rPr lang="en-US" b="1" i="0" dirty="0">
                <a:solidFill>
                  <a:schemeClr val="bg1"/>
                </a:solidFill>
                <a:effectLst/>
                <a:latin typeface="Arial" panose="020B0604020202020204" pitchFamily="34" charset="0"/>
              </a:rPr>
              <a:t>Abandoned</a:t>
            </a:r>
            <a:r>
              <a:rPr lang="en-US" b="0" i="0" dirty="0">
                <a:solidFill>
                  <a:schemeClr val="bg1"/>
                </a:solidFill>
                <a:effectLst/>
                <a:latin typeface="Arial" panose="020B0604020202020204" pitchFamily="34" charset="0"/>
              </a:rPr>
              <a:t>. Only after the DHCP client broadcasts a new request for an IP address that the appliance selects another candidate IP address and sends it a ping. </a:t>
            </a:r>
          </a:p>
          <a:p>
            <a:r>
              <a:rPr lang="en-US" b="0" i="0" dirty="0">
                <a:solidFill>
                  <a:schemeClr val="bg1"/>
                </a:solidFill>
                <a:effectLst/>
                <a:latin typeface="Arial" panose="020B0604020202020204" pitchFamily="34" charset="0"/>
              </a:rPr>
              <a:t>This flow continues until the appliance finds an IP address that does not respond to the ping</a:t>
            </a:r>
            <a:endParaRPr lang="en-US" dirty="0">
              <a:solidFill>
                <a:schemeClr val="bg1"/>
              </a:solidFill>
            </a:endParaRPr>
          </a:p>
        </p:txBody>
      </p:sp>
    </p:spTree>
    <p:extLst>
      <p:ext uri="{BB962C8B-B14F-4D97-AF65-F5344CB8AC3E}">
        <p14:creationId xmlns:p14="http://schemas.microsoft.com/office/powerpoint/2010/main" val="239332212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9C22D68D-BA36-90BE-F2CC-99B55C626AF1}"/>
              </a:ext>
            </a:extLst>
          </p:cNvPr>
          <p:cNvPicPr>
            <a:picLocks noChangeAspect="1"/>
          </p:cNvPicPr>
          <p:nvPr/>
        </p:nvPicPr>
        <p:blipFill>
          <a:blip r:embed="rId2"/>
          <a:stretch>
            <a:fillRect/>
          </a:stretch>
        </p:blipFill>
        <p:spPr>
          <a:xfrm>
            <a:off x="1338086" y="710119"/>
            <a:ext cx="9080856" cy="5622588"/>
          </a:xfrm>
          <a:prstGeom prst="rect">
            <a:avLst/>
          </a:prstGeom>
        </p:spPr>
      </p:pic>
    </p:spTree>
    <p:extLst>
      <p:ext uri="{BB962C8B-B14F-4D97-AF65-F5344CB8AC3E}">
        <p14:creationId xmlns:p14="http://schemas.microsoft.com/office/powerpoint/2010/main" val="178446236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37D2230E-4E51-D2F1-4F10-C2317A0B018C}"/>
              </a:ext>
            </a:extLst>
          </p:cNvPr>
          <p:cNvPicPr>
            <a:picLocks noGrp="1" noChangeAspect="1"/>
          </p:cNvPicPr>
          <p:nvPr>
            <p:ph idx="1"/>
          </p:nvPr>
        </p:nvPicPr>
        <p:blipFill>
          <a:blip r:embed="rId2"/>
          <a:stretch>
            <a:fillRect/>
          </a:stretch>
        </p:blipFill>
        <p:spPr>
          <a:xfrm>
            <a:off x="1244562" y="494540"/>
            <a:ext cx="9913064" cy="5536608"/>
          </a:xfrm>
        </p:spPr>
      </p:pic>
    </p:spTree>
    <p:extLst>
      <p:ext uri="{BB962C8B-B14F-4D97-AF65-F5344CB8AC3E}">
        <p14:creationId xmlns:p14="http://schemas.microsoft.com/office/powerpoint/2010/main" val="1364321129"/>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3F63C79F-28A4-DC50-5D8B-FC08EBF2D071}"/>
              </a:ext>
            </a:extLst>
          </p:cNvPr>
          <p:cNvPicPr>
            <a:picLocks noGrp="1" noChangeAspect="1"/>
          </p:cNvPicPr>
          <p:nvPr>
            <p:ph idx="1"/>
          </p:nvPr>
        </p:nvPicPr>
        <p:blipFill>
          <a:blip r:embed="rId2"/>
          <a:stretch>
            <a:fillRect/>
          </a:stretch>
        </p:blipFill>
        <p:spPr>
          <a:xfrm>
            <a:off x="1200537" y="822242"/>
            <a:ext cx="9927905" cy="5286728"/>
          </a:xfrm>
        </p:spPr>
      </p:pic>
    </p:spTree>
    <p:extLst>
      <p:ext uri="{BB962C8B-B14F-4D97-AF65-F5344CB8AC3E}">
        <p14:creationId xmlns:p14="http://schemas.microsoft.com/office/powerpoint/2010/main" val="49862523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36B2484E-1CBF-9410-5F44-50C6E7D027BE}"/>
              </a:ext>
            </a:extLst>
          </p:cNvPr>
          <p:cNvPicPr>
            <a:picLocks noGrp="1" noChangeAspect="1"/>
          </p:cNvPicPr>
          <p:nvPr>
            <p:ph idx="1"/>
          </p:nvPr>
        </p:nvPicPr>
        <p:blipFill>
          <a:blip r:embed="rId2"/>
          <a:stretch>
            <a:fillRect/>
          </a:stretch>
        </p:blipFill>
        <p:spPr>
          <a:xfrm>
            <a:off x="1257943" y="1126841"/>
            <a:ext cx="9909411" cy="5390691"/>
          </a:xfrm>
        </p:spPr>
      </p:pic>
    </p:spTree>
    <p:extLst>
      <p:ext uri="{BB962C8B-B14F-4D97-AF65-F5344CB8AC3E}">
        <p14:creationId xmlns:p14="http://schemas.microsoft.com/office/powerpoint/2010/main" val="310821734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30783904-DFEA-699E-F439-BA99B0F5181E}"/>
              </a:ext>
            </a:extLst>
          </p:cNvPr>
          <p:cNvPicPr>
            <a:picLocks noGrp="1" noChangeAspect="1"/>
          </p:cNvPicPr>
          <p:nvPr>
            <p:ph idx="1"/>
          </p:nvPr>
        </p:nvPicPr>
        <p:blipFill>
          <a:blip r:embed="rId2"/>
          <a:stretch>
            <a:fillRect/>
          </a:stretch>
        </p:blipFill>
        <p:spPr>
          <a:xfrm>
            <a:off x="946062" y="588649"/>
            <a:ext cx="10299876" cy="6035885"/>
          </a:xfrm>
        </p:spPr>
      </p:pic>
    </p:spTree>
    <p:extLst>
      <p:ext uri="{BB962C8B-B14F-4D97-AF65-F5344CB8AC3E}">
        <p14:creationId xmlns:p14="http://schemas.microsoft.com/office/powerpoint/2010/main" val="79709577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78D885-E9AC-7882-3C55-C43BC7274B59}"/>
              </a:ext>
            </a:extLst>
          </p:cNvPr>
          <p:cNvSpPr>
            <a:spLocks noGrp="1"/>
          </p:cNvSpPr>
          <p:nvPr>
            <p:ph type="title"/>
          </p:nvPr>
        </p:nvSpPr>
        <p:spPr>
          <a:xfrm>
            <a:off x="646112" y="452718"/>
            <a:ext cx="9110732" cy="986976"/>
          </a:xfrm>
        </p:spPr>
        <p:txBody>
          <a:bodyPr/>
          <a:lstStyle/>
          <a:p>
            <a:r>
              <a:rPr lang="en-US" dirty="0"/>
              <a:t>CLI Commands</a:t>
            </a:r>
          </a:p>
        </p:txBody>
      </p:sp>
      <p:sp>
        <p:nvSpPr>
          <p:cNvPr id="3" name="Content Placeholder 2">
            <a:extLst>
              <a:ext uri="{FF2B5EF4-FFF2-40B4-BE49-F238E27FC236}">
                <a16:creationId xmlns:a16="http://schemas.microsoft.com/office/drawing/2014/main" id="{5809344F-5A13-ED77-7A46-E06CE3A5233E}"/>
              </a:ext>
            </a:extLst>
          </p:cNvPr>
          <p:cNvSpPr>
            <a:spLocks noGrp="1"/>
          </p:cNvSpPr>
          <p:nvPr>
            <p:ph idx="1"/>
          </p:nvPr>
        </p:nvSpPr>
        <p:spPr>
          <a:xfrm>
            <a:off x="640471" y="1331259"/>
            <a:ext cx="8946541" cy="4195481"/>
          </a:xfrm>
        </p:spPr>
        <p:txBody>
          <a:bodyPr>
            <a:normAutofit lnSpcReduction="10000"/>
          </a:bodyPr>
          <a:lstStyle/>
          <a:p>
            <a:r>
              <a:rPr lang="en-US" dirty="0" err="1"/>
              <a:t>ddns_add</a:t>
            </a:r>
            <a:endParaRPr lang="en-US" dirty="0"/>
          </a:p>
          <a:p>
            <a:r>
              <a:rPr lang="en-US" dirty="0" err="1"/>
              <a:t>ddns_delete</a:t>
            </a:r>
            <a:endParaRPr lang="en-US" dirty="0"/>
          </a:p>
          <a:p>
            <a:r>
              <a:rPr lang="en-US" dirty="0"/>
              <a:t>dig</a:t>
            </a:r>
          </a:p>
          <a:p>
            <a:r>
              <a:rPr lang="en-US" dirty="0"/>
              <a:t>Traceroute</a:t>
            </a:r>
          </a:p>
          <a:p>
            <a:r>
              <a:rPr lang="en-US" dirty="0"/>
              <a:t>Set commands</a:t>
            </a:r>
          </a:p>
          <a:p>
            <a:r>
              <a:rPr lang="en-US" dirty="0"/>
              <a:t>Show commands</a:t>
            </a:r>
          </a:p>
          <a:p>
            <a:r>
              <a:rPr lang="en-US" dirty="0"/>
              <a:t>Shutdown</a:t>
            </a:r>
          </a:p>
          <a:p>
            <a:r>
              <a:rPr lang="en-US" dirty="0"/>
              <a:t>Delete</a:t>
            </a:r>
          </a:p>
          <a:p>
            <a:r>
              <a:rPr lang="en-US" dirty="0"/>
              <a:t>Ping</a:t>
            </a:r>
          </a:p>
          <a:p>
            <a:r>
              <a:rPr lang="en-US" dirty="0"/>
              <a:t>reset log, reset database</a:t>
            </a:r>
          </a:p>
          <a:p>
            <a:endParaRPr lang="en-US" dirty="0"/>
          </a:p>
          <a:p>
            <a:endParaRPr lang="en-US" dirty="0"/>
          </a:p>
        </p:txBody>
      </p:sp>
    </p:spTree>
    <p:extLst>
      <p:ext uri="{BB962C8B-B14F-4D97-AF65-F5344CB8AC3E}">
        <p14:creationId xmlns:p14="http://schemas.microsoft.com/office/powerpoint/2010/main" val="266492028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D481A40-8D4D-45E7-F102-ABB4867E439A}"/>
              </a:ext>
            </a:extLst>
          </p:cNvPr>
          <p:cNvSpPr>
            <a:spLocks noGrp="1"/>
          </p:cNvSpPr>
          <p:nvPr>
            <p:ph type="title"/>
          </p:nvPr>
        </p:nvSpPr>
        <p:spPr>
          <a:xfrm>
            <a:off x="646112" y="452718"/>
            <a:ext cx="9032910" cy="1103708"/>
          </a:xfrm>
        </p:spPr>
        <p:txBody>
          <a:bodyPr/>
          <a:lstStyle/>
          <a:p>
            <a:r>
              <a:rPr lang="en-US" dirty="0"/>
              <a:t>Phantom Domain attack</a:t>
            </a:r>
          </a:p>
        </p:txBody>
      </p:sp>
      <p:sp>
        <p:nvSpPr>
          <p:cNvPr id="3" name="Content Placeholder 2">
            <a:extLst>
              <a:ext uri="{FF2B5EF4-FFF2-40B4-BE49-F238E27FC236}">
                <a16:creationId xmlns:a16="http://schemas.microsoft.com/office/drawing/2014/main" id="{9093E31A-1B23-97CA-76F9-70C1E93BFBFF}"/>
              </a:ext>
            </a:extLst>
          </p:cNvPr>
          <p:cNvSpPr>
            <a:spLocks noGrp="1"/>
          </p:cNvSpPr>
          <p:nvPr>
            <p:ph idx="1"/>
          </p:nvPr>
        </p:nvSpPr>
        <p:spPr>
          <a:xfrm>
            <a:off x="646112" y="1459150"/>
            <a:ext cx="9403741" cy="4789250"/>
          </a:xfrm>
        </p:spPr>
        <p:txBody>
          <a:bodyPr/>
          <a:lstStyle/>
          <a:p>
            <a:r>
              <a:rPr lang="en-US" dirty="0"/>
              <a:t>A phantom domain attack happens when the attacker sets up "phantom" domains that do not respond to DNS queries. </a:t>
            </a:r>
          </a:p>
          <a:p>
            <a:r>
              <a:rPr lang="en-US" dirty="0"/>
              <a:t>Under normal circumstances, the DNS recursive server contacts authoritative servers to resolve recursive queries. </a:t>
            </a:r>
          </a:p>
          <a:p>
            <a:r>
              <a:rPr lang="en-US" dirty="0"/>
              <a:t>When phantom domain attacks happen, the recursive server continues to query non-responsive servers, which causes the recursive server to spend valuable resources waiting for responses. </a:t>
            </a:r>
          </a:p>
          <a:p>
            <a:r>
              <a:rPr lang="en-US" dirty="0"/>
              <a:t>When resources are fully consumed, the DNS recursive server may drop legitimate queries, causing serious performance issues.</a:t>
            </a:r>
          </a:p>
        </p:txBody>
      </p:sp>
    </p:spTree>
    <p:extLst>
      <p:ext uri="{BB962C8B-B14F-4D97-AF65-F5344CB8AC3E}">
        <p14:creationId xmlns:p14="http://schemas.microsoft.com/office/powerpoint/2010/main" val="321318951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02009C-21DC-4C57-07A3-2D3DE4646F0A}"/>
              </a:ext>
            </a:extLst>
          </p:cNvPr>
          <p:cNvSpPr>
            <a:spLocks noGrp="1"/>
          </p:cNvSpPr>
          <p:nvPr>
            <p:ph type="title"/>
          </p:nvPr>
        </p:nvSpPr>
        <p:spPr>
          <a:xfrm>
            <a:off x="646111" y="452718"/>
            <a:ext cx="9081549" cy="909154"/>
          </a:xfrm>
        </p:spPr>
        <p:txBody>
          <a:bodyPr/>
          <a:lstStyle/>
          <a:p>
            <a:r>
              <a:rPr lang="en-US" dirty="0"/>
              <a:t>DNSSEC</a:t>
            </a:r>
          </a:p>
        </p:txBody>
      </p:sp>
      <p:sp>
        <p:nvSpPr>
          <p:cNvPr id="3" name="Content Placeholder 2">
            <a:extLst>
              <a:ext uri="{FF2B5EF4-FFF2-40B4-BE49-F238E27FC236}">
                <a16:creationId xmlns:a16="http://schemas.microsoft.com/office/drawing/2014/main" id="{C8EA5BCD-806B-3DF7-566E-516D184DE2BC}"/>
              </a:ext>
            </a:extLst>
          </p:cNvPr>
          <p:cNvSpPr>
            <a:spLocks noGrp="1"/>
          </p:cNvSpPr>
          <p:nvPr>
            <p:ph idx="1"/>
          </p:nvPr>
        </p:nvSpPr>
        <p:spPr>
          <a:xfrm>
            <a:off x="768485" y="1361872"/>
            <a:ext cx="9281368" cy="4886527"/>
          </a:xfrm>
        </p:spPr>
        <p:txBody>
          <a:bodyPr/>
          <a:lstStyle/>
          <a:p>
            <a:r>
              <a:rPr lang="en-US" dirty="0"/>
              <a:t>DNSSEC (DNS Security Extensions) provides mechanisms for authenticating the source of DNS data and ensuring its integrity. </a:t>
            </a:r>
          </a:p>
          <a:p>
            <a:r>
              <a:rPr lang="en-US" dirty="0"/>
              <a:t>It protects DNS data from certain attacks, such as man-in the middle attacks and cache poisoning. </a:t>
            </a:r>
          </a:p>
          <a:p>
            <a:r>
              <a:rPr lang="en-US" dirty="0"/>
              <a:t>A man-in-the middle attack occurs when an attacker intercepts responses to queries and inserts false records. </a:t>
            </a:r>
          </a:p>
          <a:p>
            <a:r>
              <a:rPr lang="en-US" dirty="0"/>
              <a:t>Cache poisoning can occur when a client accepts maliciously created data. </a:t>
            </a:r>
          </a:p>
          <a:p>
            <a:r>
              <a:rPr lang="en-US" dirty="0"/>
              <a:t>DNSSEC uses public key cryptography to authenticate the source of DNS responses and to ensure that DNS responses were not modified during transit. Public key cryptography uses an asymmetric key algorithm. With asymmetric keys, one key is used to decrypt data that was encrypted using the other key.</a:t>
            </a:r>
          </a:p>
        </p:txBody>
      </p:sp>
    </p:spTree>
    <p:extLst>
      <p:ext uri="{BB962C8B-B14F-4D97-AF65-F5344CB8AC3E}">
        <p14:creationId xmlns:p14="http://schemas.microsoft.com/office/powerpoint/2010/main" val="133659685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B3F4EC4-4F9B-9983-86AF-FA988508D277}"/>
              </a:ext>
            </a:extLst>
          </p:cNvPr>
          <p:cNvSpPr>
            <a:spLocks noGrp="1"/>
          </p:cNvSpPr>
          <p:nvPr>
            <p:ph idx="1"/>
          </p:nvPr>
        </p:nvSpPr>
        <p:spPr>
          <a:xfrm>
            <a:off x="379380" y="418289"/>
            <a:ext cx="10398868" cy="5622588"/>
          </a:xfrm>
        </p:spPr>
        <p:txBody>
          <a:bodyPr>
            <a:normAutofit fontScale="92500" lnSpcReduction="20000"/>
          </a:bodyPr>
          <a:lstStyle/>
          <a:p>
            <a:r>
              <a:rPr lang="en-US" dirty="0"/>
              <a:t>NSSEC uses the EDNS0 message extension. Resolvers include the EDNS OPT pseudo-RR with the DO (DNSSEC OK) bit set to indicate that they are requesting DNSSEC records. </a:t>
            </a:r>
          </a:p>
          <a:p>
            <a:r>
              <a:rPr lang="en-US" dirty="0"/>
              <a:t>A DNS client or resolver sets the EDNS DO bit when it sends a query for data in a signed zone.</a:t>
            </a:r>
          </a:p>
          <a:p>
            <a:r>
              <a:rPr lang="en-US" dirty="0"/>
              <a:t> When the DNS server receives such a query, it includes the additional DNSSEC records in its response, according to the DNSSEC standard rules.</a:t>
            </a:r>
          </a:p>
          <a:p>
            <a:r>
              <a:rPr lang="en-US" dirty="0"/>
              <a:t> In addition, because DNSSEC messages are often large, the EDNS0 message extension also provides mechanisms for handling larger DNS UDP messages.</a:t>
            </a:r>
          </a:p>
          <a:p>
            <a:r>
              <a:rPr lang="en-US" dirty="0">
                <a:solidFill>
                  <a:schemeClr val="tx1">
                    <a:lumMod val="95000"/>
                  </a:schemeClr>
                </a:solidFill>
                <a:effectLst/>
              </a:rPr>
              <a:t>When an authoritative name server digitally signs a zone, it typically generates two key pairs, a zone-signing key (ZSK) pair and a key-signing key (KSK) pair.</a:t>
            </a:r>
          </a:p>
          <a:p>
            <a:r>
              <a:rPr lang="en-US" dirty="0">
                <a:solidFill>
                  <a:schemeClr val="tx1">
                    <a:lumMod val="95000"/>
                  </a:schemeClr>
                </a:solidFill>
                <a:effectLst/>
              </a:rPr>
              <a:t> The name server uses the private key of the ZSK pair to sign each </a:t>
            </a:r>
            <a:r>
              <a:rPr lang="en-US" dirty="0" err="1">
                <a:solidFill>
                  <a:schemeClr val="tx1">
                    <a:lumMod val="95000"/>
                  </a:schemeClr>
                </a:solidFill>
                <a:effectLst/>
              </a:rPr>
              <a:t>RRset</a:t>
            </a:r>
            <a:r>
              <a:rPr lang="en-US" dirty="0">
                <a:solidFill>
                  <a:schemeClr val="tx1">
                    <a:lumMod val="95000"/>
                  </a:schemeClr>
                </a:solidFill>
                <a:effectLst/>
              </a:rPr>
              <a:t> in a zone (an </a:t>
            </a:r>
            <a:r>
              <a:rPr lang="en-US" dirty="0" err="1">
                <a:solidFill>
                  <a:schemeClr val="tx1">
                    <a:lumMod val="95000"/>
                  </a:schemeClr>
                </a:solidFill>
                <a:effectLst/>
              </a:rPr>
              <a:t>RRset</a:t>
            </a:r>
            <a:r>
              <a:rPr lang="en-US" dirty="0">
                <a:solidFill>
                  <a:schemeClr val="tx1">
                    <a:lumMod val="95000"/>
                  </a:schemeClr>
                </a:solidFill>
                <a:effectLst/>
              </a:rPr>
              <a:t> is a group of resource records that are of the same owner, class, and type.).</a:t>
            </a:r>
          </a:p>
          <a:p>
            <a:r>
              <a:rPr lang="en-US" dirty="0">
                <a:solidFill>
                  <a:schemeClr val="tx1">
                    <a:lumMod val="95000"/>
                  </a:schemeClr>
                </a:solidFill>
                <a:effectLst/>
              </a:rPr>
              <a:t> It stores the public key of the ZSK pair in a DNSKEY record. The name server then uses the private key of the KSK pair to sign all DNSKEY records, including its own, and stores the corresponding public key in another DNSKEY record. </a:t>
            </a:r>
          </a:p>
          <a:p>
            <a:r>
              <a:rPr lang="en-US" dirty="0">
                <a:solidFill>
                  <a:schemeClr val="tx1">
                    <a:lumMod val="95000"/>
                  </a:schemeClr>
                </a:solidFill>
                <a:effectLst/>
              </a:rPr>
              <a:t>As a result, a zone typically has two DNSKEY records; a DNSKEY record that holds the public key of the ZSK pair, and another DNSKEY record for the public key of the KSK pair.</a:t>
            </a:r>
            <a:endParaRPr lang="en-US" dirty="0">
              <a:solidFill>
                <a:schemeClr val="tx1">
                  <a:lumMod val="95000"/>
                </a:schemeClr>
              </a:solidFill>
            </a:endParaRPr>
          </a:p>
        </p:txBody>
      </p:sp>
    </p:spTree>
    <p:extLst>
      <p:ext uri="{BB962C8B-B14F-4D97-AF65-F5344CB8AC3E}">
        <p14:creationId xmlns:p14="http://schemas.microsoft.com/office/powerpoint/2010/main" val="99111671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1851A004-C3E0-593B-EBCB-7B33EA6FDC4E}"/>
              </a:ext>
            </a:extLst>
          </p:cNvPr>
          <p:cNvPicPr>
            <a:picLocks noGrp="1" noChangeAspect="1"/>
          </p:cNvPicPr>
          <p:nvPr>
            <p:ph idx="1"/>
          </p:nvPr>
        </p:nvPicPr>
        <p:blipFill>
          <a:blip r:embed="rId2"/>
          <a:stretch>
            <a:fillRect/>
          </a:stretch>
        </p:blipFill>
        <p:spPr>
          <a:xfrm>
            <a:off x="1275291" y="865761"/>
            <a:ext cx="9859384" cy="5554493"/>
          </a:xfrm>
        </p:spPr>
      </p:pic>
    </p:spTree>
    <p:extLst>
      <p:ext uri="{BB962C8B-B14F-4D97-AF65-F5344CB8AC3E}">
        <p14:creationId xmlns:p14="http://schemas.microsoft.com/office/powerpoint/2010/main" val="224113210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6764D6B-1D9F-233B-4707-DF456779477E}"/>
              </a:ext>
            </a:extLst>
          </p:cNvPr>
          <p:cNvSpPr>
            <a:spLocks noGrp="1"/>
          </p:cNvSpPr>
          <p:nvPr>
            <p:ph type="title"/>
          </p:nvPr>
        </p:nvSpPr>
        <p:spPr>
          <a:xfrm>
            <a:off x="801755" y="87550"/>
            <a:ext cx="8731352" cy="846306"/>
          </a:xfrm>
        </p:spPr>
        <p:txBody>
          <a:bodyPr/>
          <a:lstStyle/>
          <a:p>
            <a:r>
              <a:rPr lang="en-US" dirty="0"/>
              <a:t>DNS Firewall </a:t>
            </a:r>
          </a:p>
        </p:txBody>
      </p:sp>
      <p:sp>
        <p:nvSpPr>
          <p:cNvPr id="3" name="Content Placeholder 2">
            <a:extLst>
              <a:ext uri="{FF2B5EF4-FFF2-40B4-BE49-F238E27FC236}">
                <a16:creationId xmlns:a16="http://schemas.microsoft.com/office/drawing/2014/main" id="{9E11CC07-EB0C-EAA5-25D6-05FBE6A4EBA9}"/>
              </a:ext>
            </a:extLst>
          </p:cNvPr>
          <p:cNvSpPr>
            <a:spLocks noGrp="1"/>
          </p:cNvSpPr>
          <p:nvPr>
            <p:ph idx="1"/>
          </p:nvPr>
        </p:nvSpPr>
        <p:spPr>
          <a:xfrm>
            <a:off x="622570" y="933856"/>
            <a:ext cx="9717932" cy="5418306"/>
          </a:xfrm>
        </p:spPr>
        <p:txBody>
          <a:bodyPr>
            <a:normAutofit lnSpcReduction="10000"/>
          </a:bodyPr>
          <a:lstStyle/>
          <a:p>
            <a:r>
              <a:rPr lang="en-US" dirty="0"/>
              <a:t>Infoblox DNS Firewall employs DNS RPZs (Response Policy Zones), a technology developed by ISC (Internet System Consortium) for allowing reputable sources to dynamically communicate domain name reputation so you can implement policy controls for DNS lookups.</a:t>
            </a:r>
          </a:p>
          <a:p>
            <a:r>
              <a:rPr lang="en-US" dirty="0"/>
              <a:t>On an Infoblox appliance, you can configure RPZs and define RPZ rules to block DNS resolution for malicious or unauthorized hostnames, or redirect clients to a walled garden by substituting responses. </a:t>
            </a:r>
          </a:p>
          <a:p>
            <a:r>
              <a:rPr lang="en-US" dirty="0"/>
              <a:t>Infoblox DNS Firewall supports both IPv4 and IPv6 networks. It also facilitates the detection of malware and APTs (Advanced Persistent Threats) by integrating the NIOS appliance with a FireEye appliance.</a:t>
            </a:r>
          </a:p>
          <a:p>
            <a:r>
              <a:rPr lang="en-US" dirty="0"/>
              <a:t>An Infoblox Grid performs RPZ actions for queries that originate from external sources. The name server recursive cache on an RPZ enabled Grid member uses the address of the client from which the query originates to identify if the query is generated from an external source or an internal Grid. </a:t>
            </a:r>
          </a:p>
          <a:p>
            <a:r>
              <a:rPr lang="en-US" dirty="0"/>
              <a:t>If the query originates from a Grid Master or a Grid member that has RPZ license installed, RPZ actions are automatically bypassed for those queries</a:t>
            </a:r>
          </a:p>
        </p:txBody>
      </p:sp>
    </p:spTree>
    <p:extLst>
      <p:ext uri="{BB962C8B-B14F-4D97-AF65-F5344CB8AC3E}">
        <p14:creationId xmlns:p14="http://schemas.microsoft.com/office/powerpoint/2010/main" val="66764072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23BBCA5E-B575-0FC8-47EC-4EC405EA55C2}"/>
              </a:ext>
            </a:extLst>
          </p:cNvPr>
          <p:cNvPicPr>
            <a:picLocks noGrp="1" noChangeAspect="1"/>
          </p:cNvPicPr>
          <p:nvPr>
            <p:ph idx="1"/>
          </p:nvPr>
        </p:nvPicPr>
        <p:blipFill>
          <a:blip r:embed="rId2"/>
          <a:stretch>
            <a:fillRect/>
          </a:stretch>
        </p:blipFill>
        <p:spPr>
          <a:xfrm>
            <a:off x="577272" y="711210"/>
            <a:ext cx="10453893" cy="5884143"/>
          </a:xfrm>
        </p:spPr>
      </p:pic>
    </p:spTree>
    <p:extLst>
      <p:ext uri="{BB962C8B-B14F-4D97-AF65-F5344CB8AC3E}">
        <p14:creationId xmlns:p14="http://schemas.microsoft.com/office/powerpoint/2010/main" val="2584952767"/>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A66F818-DC87-8523-3916-638F7860C7A1}"/>
              </a:ext>
            </a:extLst>
          </p:cNvPr>
          <p:cNvSpPr>
            <a:spLocks noGrp="1"/>
          </p:cNvSpPr>
          <p:nvPr>
            <p:ph idx="1"/>
          </p:nvPr>
        </p:nvSpPr>
        <p:spPr>
          <a:xfrm>
            <a:off x="787940" y="953312"/>
            <a:ext cx="9261913" cy="5295088"/>
          </a:xfrm>
        </p:spPr>
        <p:txBody>
          <a:bodyPr>
            <a:normAutofit lnSpcReduction="10000"/>
          </a:bodyPr>
          <a:lstStyle/>
          <a:p>
            <a:r>
              <a:rPr lang="en-US" dirty="0"/>
              <a:t>There are three types of RPZs:</a:t>
            </a:r>
          </a:p>
          <a:p>
            <a:pPr>
              <a:buFont typeface="Arial" panose="020B0604020202020204" pitchFamily="34" charset="0"/>
              <a:buChar char="•"/>
            </a:pPr>
            <a:r>
              <a:rPr lang="en-US" dirty="0">
                <a:effectLst/>
              </a:rPr>
              <a:t>Local RPZ – A local RPZ is a zone that allows administrators to define multiple response policies locally. Responses sent are based on the defined rules.</a:t>
            </a:r>
          </a:p>
          <a:p>
            <a:pPr>
              <a:buFont typeface="Arial" panose="020B0604020202020204" pitchFamily="34" charset="0"/>
              <a:buChar char="•"/>
            </a:pPr>
            <a:r>
              <a:rPr lang="en-US" dirty="0"/>
              <a:t>RPZ Feed – An RPZ feed receives response policies from external sources. DNS clients receive responses based on the imported rules from a reputable source, such as a commercial RPZ provider.</a:t>
            </a:r>
          </a:p>
          <a:p>
            <a:pPr>
              <a:buFont typeface="Arial" panose="020B0604020202020204" pitchFamily="34" charset="0"/>
              <a:buChar char="•"/>
            </a:pPr>
            <a:r>
              <a:rPr lang="en-US" dirty="0"/>
              <a:t>FireEye integrated RPZ – By integrating the NIOS appliance with the FireEye appliance, you can detect malware and APTs and take necessary actions to mitigate those threats.</a:t>
            </a:r>
          </a:p>
          <a:p>
            <a:pPr marL="0" indent="0">
              <a:buNone/>
            </a:pPr>
            <a:endParaRPr lang="en-US" dirty="0"/>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The rules are classified as follows:</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2000" b="0" i="0" u="none" strike="noStrike" cap="none" normalizeH="0" baseline="0" dirty="0" err="1">
                <a:ln>
                  <a:noFill/>
                </a:ln>
                <a:solidFill>
                  <a:schemeClr val="tx1"/>
                </a:solidFill>
                <a:effectLst/>
                <a:latin typeface="Arial" panose="020B0604020202020204" pitchFamily="34" charset="0"/>
              </a:rPr>
              <a:t>Passthru</a:t>
            </a:r>
            <a:r>
              <a:rPr kumimoji="0" lang="en-US" altLang="en-US" sz="2000" b="0" i="0" u="none" strike="noStrike" cap="none" normalizeH="0" baseline="0" dirty="0">
                <a:ln>
                  <a:noFill/>
                </a:ln>
                <a:solidFill>
                  <a:schemeClr val="tx1"/>
                </a:solidFill>
                <a:effectLst/>
                <a:latin typeface="Arial" panose="020B0604020202020204" pitchFamily="34" charset="0"/>
              </a:rPr>
              <a:t> Rule</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Block (No Such Domain) Rule</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Block (No Data) Rule</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Substitute (Domain Name) Rule</a:t>
            </a:r>
          </a:p>
          <a:p>
            <a:pPr marR="0" lvl="0" algn="l" defTabSz="914400" rtl="0" eaLnBrk="0" fontAlgn="base" latinLnBrk="0" hangingPunct="0">
              <a:lnSpc>
                <a:spcPct val="100000"/>
              </a:lnSpc>
              <a:spcBef>
                <a:spcPct val="0"/>
              </a:spcBef>
              <a:spcAft>
                <a:spcPct val="0"/>
              </a:spcAft>
              <a:buClrTx/>
              <a:buSzTx/>
              <a:buFont typeface="Wingdings" panose="05000000000000000000" pitchFamily="2" charset="2"/>
              <a:buChar char="§"/>
              <a:tabLst/>
            </a:pPr>
            <a:r>
              <a:rPr kumimoji="0" lang="en-US" altLang="en-US" sz="2000" b="0" i="0" u="none" strike="noStrike" cap="none" normalizeH="0" baseline="0" dirty="0">
                <a:ln>
                  <a:noFill/>
                </a:ln>
                <a:solidFill>
                  <a:schemeClr val="tx1"/>
                </a:solidFill>
                <a:effectLst/>
                <a:latin typeface="Arial" panose="020B0604020202020204" pitchFamily="34" charset="0"/>
              </a:rPr>
              <a:t>Substitute (Record) Rule</a:t>
            </a:r>
          </a:p>
          <a:p>
            <a:pPr>
              <a:buFont typeface="Arial" panose="020B0604020202020204" pitchFamily="34" charset="0"/>
              <a:buChar char="•"/>
            </a:pPr>
            <a:endParaRPr lang="en-US" dirty="0">
              <a:effectLst/>
            </a:endParaRPr>
          </a:p>
          <a:p>
            <a:endParaRPr lang="en-US" dirty="0"/>
          </a:p>
        </p:txBody>
      </p:sp>
    </p:spTree>
    <p:extLst>
      <p:ext uri="{BB962C8B-B14F-4D97-AF65-F5344CB8AC3E}">
        <p14:creationId xmlns:p14="http://schemas.microsoft.com/office/powerpoint/2010/main" val="2471829008"/>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F7A1C8-16B5-67D2-642E-D0C808838226}"/>
              </a:ext>
            </a:extLst>
          </p:cNvPr>
          <p:cNvSpPr>
            <a:spLocks noGrp="1"/>
          </p:cNvSpPr>
          <p:nvPr>
            <p:ph type="title"/>
          </p:nvPr>
        </p:nvSpPr>
        <p:spPr>
          <a:xfrm>
            <a:off x="671208" y="233464"/>
            <a:ext cx="8949447" cy="836579"/>
          </a:xfrm>
        </p:spPr>
        <p:txBody>
          <a:bodyPr/>
          <a:lstStyle/>
          <a:p>
            <a:r>
              <a:rPr lang="en-US" dirty="0"/>
              <a:t>Universal DDI</a:t>
            </a:r>
          </a:p>
        </p:txBody>
      </p:sp>
      <p:pic>
        <p:nvPicPr>
          <p:cNvPr id="6" name="Content Placeholder 5">
            <a:extLst>
              <a:ext uri="{FF2B5EF4-FFF2-40B4-BE49-F238E27FC236}">
                <a16:creationId xmlns:a16="http://schemas.microsoft.com/office/drawing/2014/main" id="{9F2387FE-7D9B-4046-CB42-23724923C65F}"/>
              </a:ext>
            </a:extLst>
          </p:cNvPr>
          <p:cNvPicPr>
            <a:picLocks noGrp="1" noChangeAspect="1"/>
          </p:cNvPicPr>
          <p:nvPr>
            <p:ph idx="1"/>
          </p:nvPr>
        </p:nvPicPr>
        <p:blipFill>
          <a:blip r:embed="rId2"/>
          <a:stretch>
            <a:fillRect/>
          </a:stretch>
        </p:blipFill>
        <p:spPr bwMode="auto">
          <a:xfrm>
            <a:off x="671208" y="1196502"/>
            <a:ext cx="10355871" cy="508756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79735379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F61D8F-8242-69E5-D504-0FC8E038F624}"/>
              </a:ext>
            </a:extLst>
          </p:cNvPr>
          <p:cNvSpPr>
            <a:spLocks noGrp="1"/>
          </p:cNvSpPr>
          <p:nvPr>
            <p:ph type="title"/>
          </p:nvPr>
        </p:nvSpPr>
        <p:spPr>
          <a:xfrm>
            <a:off x="646112" y="452718"/>
            <a:ext cx="9101004" cy="607597"/>
          </a:xfrm>
        </p:spPr>
        <p:txBody>
          <a:bodyPr/>
          <a:lstStyle/>
          <a:p>
            <a:r>
              <a:rPr lang="en-US" dirty="0" err="1"/>
              <a:t>BloxOne</a:t>
            </a:r>
            <a:r>
              <a:rPr lang="en-US" dirty="0"/>
              <a:t> Cloud</a:t>
            </a:r>
          </a:p>
        </p:txBody>
      </p:sp>
      <p:sp>
        <p:nvSpPr>
          <p:cNvPr id="3" name="Content Placeholder 2">
            <a:extLst>
              <a:ext uri="{FF2B5EF4-FFF2-40B4-BE49-F238E27FC236}">
                <a16:creationId xmlns:a16="http://schemas.microsoft.com/office/drawing/2014/main" id="{F0AC216A-E48A-0C02-A1C1-5FBDE8CB45C7}"/>
              </a:ext>
            </a:extLst>
          </p:cNvPr>
          <p:cNvSpPr>
            <a:spLocks noGrp="1"/>
          </p:cNvSpPr>
          <p:nvPr>
            <p:ph idx="1"/>
          </p:nvPr>
        </p:nvSpPr>
        <p:spPr>
          <a:xfrm>
            <a:off x="525294" y="1546698"/>
            <a:ext cx="9524559" cy="4701701"/>
          </a:xfrm>
        </p:spPr>
        <p:txBody>
          <a:bodyPr/>
          <a:lstStyle/>
          <a:p>
            <a:r>
              <a:rPr lang="en-US" dirty="0"/>
              <a:t>Universal DDI Management, coupled with Universal Asset Insights and NIOS-X as a Service, enables organizations to simplify DDI management (DNS, DHCP, and IP address management) across on-premises environments and public clouds by offering unified management, in-depth visibility and insights, and infrastructure-free deployment. </a:t>
            </a:r>
          </a:p>
          <a:p>
            <a:r>
              <a:rPr lang="en-US" dirty="0"/>
              <a:t>Universal DDI Management consolidates configuration and control of several DDI services, including Microsoft DNS, BIND, NIOS Grid deployments, NIOS-X Physical and Virtual Servers (formerly </a:t>
            </a:r>
            <a:r>
              <a:rPr lang="en-US" dirty="0" err="1"/>
              <a:t>BloxOne</a:t>
            </a:r>
            <a:r>
              <a:rPr lang="en-US" dirty="0"/>
              <a:t> hosts or on-prem hosts), new NIOS-X as a Service (formerly DDI-as-a-Service), Amazon Route 53, Azure DNS and Google Cloud DNS.</a:t>
            </a:r>
          </a:p>
          <a:p>
            <a:r>
              <a:rPr lang="en-US" dirty="0"/>
              <a:t>Infoblox tailors its offerings to suit your specific network architecture and deployment needs, recognizing that different scenarios require distinct solutions.</a:t>
            </a:r>
          </a:p>
          <a:p>
            <a:endParaRPr lang="en-US" dirty="0"/>
          </a:p>
        </p:txBody>
      </p:sp>
    </p:spTree>
    <p:extLst>
      <p:ext uri="{BB962C8B-B14F-4D97-AF65-F5344CB8AC3E}">
        <p14:creationId xmlns:p14="http://schemas.microsoft.com/office/powerpoint/2010/main" val="2435163408"/>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F8CBDFC-93BD-6CB5-3568-4835EDF92321}"/>
              </a:ext>
            </a:extLst>
          </p:cNvPr>
          <p:cNvSpPr>
            <a:spLocks noGrp="1"/>
          </p:cNvSpPr>
          <p:nvPr>
            <p:ph idx="1"/>
          </p:nvPr>
        </p:nvSpPr>
        <p:spPr>
          <a:xfrm>
            <a:off x="700391" y="476656"/>
            <a:ext cx="10408596" cy="5771744"/>
          </a:xfrm>
        </p:spPr>
        <p:txBody>
          <a:bodyPr>
            <a:normAutofit lnSpcReduction="10000"/>
          </a:bodyPr>
          <a:lstStyle/>
          <a:p>
            <a:r>
              <a:rPr lang="en-US" dirty="0"/>
              <a:t>Whether you operate with a centralized IT department, manage multiple branch offices each bolstered by their own IT teams or oversee distributed teams and remote workers, Infoblox has a solution for you. Our versatile suite of options includes deploying an on-premise solution for those who prefer local control, opting for a cloud-based solution to leverage the flexibility and scale of the cloud. Here are the solutions provided: </a:t>
            </a:r>
          </a:p>
          <a:p>
            <a:pPr>
              <a:buFont typeface="Arial" panose="020B0604020202020204" pitchFamily="34" charset="0"/>
              <a:buChar char="•"/>
            </a:pPr>
            <a:r>
              <a:rPr lang="en-US" dirty="0">
                <a:effectLst/>
              </a:rPr>
              <a:t>NIOS: An on-premise solution designed to be deployed within your own network infrastructure, providing a secure and controlled environment.</a:t>
            </a:r>
          </a:p>
          <a:p>
            <a:pPr>
              <a:buFont typeface="Arial" panose="020B0604020202020204" pitchFamily="34" charset="0"/>
              <a:buChar char="•"/>
            </a:pPr>
            <a:r>
              <a:rPr lang="en-US" dirty="0">
                <a:effectLst/>
              </a:rPr>
              <a:t>Infoblox Platform: This is a hybrid cloud-based solution that incorporates an on-premise component, offering the best of both worlds by combining the scalability of cloud computing with the control and security of local deployment.</a:t>
            </a:r>
          </a:p>
          <a:p>
            <a:pPr>
              <a:buFont typeface="Arial" panose="020B0604020202020204" pitchFamily="34" charset="0"/>
              <a:buChar char="•"/>
            </a:pPr>
            <a:r>
              <a:rPr lang="en-US" dirty="0">
                <a:effectLst/>
              </a:rPr>
              <a:t>Third Party Cloud Providers: The Infoblox Portal enables the management of objects from AWS, Azure, and GCP with two-way synchronization. Any modifications made to these objects in the third-party cloud providers will be instantly reflected in the Infoblox Portal. Likewise, any changes made to the third-party cloud objects within the Infoblox Portal will seamlessly reflect in their respective third-party cloud providers.</a:t>
            </a:r>
          </a:p>
          <a:p>
            <a:endParaRPr lang="en-US" dirty="0"/>
          </a:p>
        </p:txBody>
      </p:sp>
    </p:spTree>
    <p:extLst>
      <p:ext uri="{BB962C8B-B14F-4D97-AF65-F5344CB8AC3E}">
        <p14:creationId xmlns:p14="http://schemas.microsoft.com/office/powerpoint/2010/main" val="223500435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D4AFA2D3-6445-C8F4-F54E-18D88AC3312C}"/>
              </a:ext>
            </a:extLst>
          </p:cNvPr>
          <p:cNvPicPr>
            <a:picLocks noGrp="1" noChangeAspect="1"/>
          </p:cNvPicPr>
          <p:nvPr>
            <p:ph idx="1"/>
          </p:nvPr>
        </p:nvPicPr>
        <p:blipFill>
          <a:blip r:embed="rId2"/>
          <a:stretch>
            <a:fillRect/>
          </a:stretch>
        </p:blipFill>
        <p:spPr>
          <a:xfrm>
            <a:off x="925112" y="639658"/>
            <a:ext cx="9074922" cy="5975151"/>
          </a:xfrm>
        </p:spPr>
      </p:pic>
    </p:spTree>
    <p:extLst>
      <p:ext uri="{BB962C8B-B14F-4D97-AF65-F5344CB8AC3E}">
        <p14:creationId xmlns:p14="http://schemas.microsoft.com/office/powerpoint/2010/main" val="8129218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87CD7FFE-BD1A-D491-B560-342973361D3A}"/>
              </a:ext>
            </a:extLst>
          </p:cNvPr>
          <p:cNvPicPr>
            <a:picLocks noGrp="1" noChangeAspect="1"/>
          </p:cNvPicPr>
          <p:nvPr>
            <p:ph idx="1"/>
          </p:nvPr>
        </p:nvPicPr>
        <p:blipFill>
          <a:blip r:embed="rId2"/>
          <a:stretch>
            <a:fillRect/>
          </a:stretch>
        </p:blipFill>
        <p:spPr>
          <a:xfrm>
            <a:off x="1198901" y="681064"/>
            <a:ext cx="9949840" cy="5846195"/>
          </a:xfrm>
        </p:spPr>
      </p:pic>
    </p:spTree>
    <p:extLst>
      <p:ext uri="{BB962C8B-B14F-4D97-AF65-F5344CB8AC3E}">
        <p14:creationId xmlns:p14="http://schemas.microsoft.com/office/powerpoint/2010/main" val="272686769"/>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4C95807C-E107-DBBE-255D-D3589E10F8AA}"/>
              </a:ext>
            </a:extLst>
          </p:cNvPr>
          <p:cNvPicPr>
            <a:picLocks noGrp="1" noChangeAspect="1"/>
          </p:cNvPicPr>
          <p:nvPr>
            <p:ph idx="1"/>
          </p:nvPr>
        </p:nvPicPr>
        <p:blipFill>
          <a:blip r:embed="rId2"/>
          <a:stretch>
            <a:fillRect/>
          </a:stretch>
        </p:blipFill>
        <p:spPr>
          <a:xfrm>
            <a:off x="1216229" y="708888"/>
            <a:ext cx="9931670" cy="5762527"/>
          </a:xfrm>
        </p:spPr>
      </p:pic>
    </p:spTree>
    <p:extLst>
      <p:ext uri="{BB962C8B-B14F-4D97-AF65-F5344CB8AC3E}">
        <p14:creationId xmlns:p14="http://schemas.microsoft.com/office/powerpoint/2010/main" val="184227527"/>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40D423F8-5AAF-2A03-5071-E6261697BF60}"/>
              </a:ext>
            </a:extLst>
          </p:cNvPr>
          <p:cNvPicPr>
            <a:picLocks noGrp="1" noChangeAspect="1"/>
          </p:cNvPicPr>
          <p:nvPr>
            <p:ph idx="1"/>
          </p:nvPr>
        </p:nvPicPr>
        <p:blipFill>
          <a:blip r:embed="rId2"/>
          <a:stretch>
            <a:fillRect/>
          </a:stretch>
        </p:blipFill>
        <p:spPr>
          <a:xfrm>
            <a:off x="1020205" y="885316"/>
            <a:ext cx="10151589" cy="5058284"/>
          </a:xfrm>
        </p:spPr>
      </p:pic>
    </p:spTree>
    <p:extLst>
      <p:ext uri="{BB962C8B-B14F-4D97-AF65-F5344CB8AC3E}">
        <p14:creationId xmlns:p14="http://schemas.microsoft.com/office/powerpoint/2010/main" val="3501174150"/>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3F5D28-5E52-4627-05A0-251E9F292AA8}"/>
              </a:ext>
            </a:extLst>
          </p:cNvPr>
          <p:cNvSpPr>
            <a:spLocks noGrp="1"/>
          </p:cNvSpPr>
          <p:nvPr>
            <p:ph type="title"/>
          </p:nvPr>
        </p:nvSpPr>
        <p:spPr>
          <a:xfrm>
            <a:off x="632298" y="204282"/>
            <a:ext cx="8891081" cy="739302"/>
          </a:xfrm>
        </p:spPr>
        <p:txBody>
          <a:bodyPr/>
          <a:lstStyle/>
          <a:p>
            <a:r>
              <a:rPr lang="en-US" dirty="0"/>
              <a:t>Tokens in CSP Portal </a:t>
            </a:r>
          </a:p>
        </p:txBody>
      </p:sp>
      <p:sp>
        <p:nvSpPr>
          <p:cNvPr id="3" name="Content Placeholder 2">
            <a:extLst>
              <a:ext uri="{FF2B5EF4-FFF2-40B4-BE49-F238E27FC236}">
                <a16:creationId xmlns:a16="http://schemas.microsoft.com/office/drawing/2014/main" id="{5858B522-E4CC-9DF9-3921-EC15E3CAC655}"/>
              </a:ext>
            </a:extLst>
          </p:cNvPr>
          <p:cNvSpPr>
            <a:spLocks noGrp="1"/>
          </p:cNvSpPr>
          <p:nvPr>
            <p:ph idx="1"/>
          </p:nvPr>
        </p:nvSpPr>
        <p:spPr>
          <a:xfrm>
            <a:off x="632298" y="943584"/>
            <a:ext cx="10515600" cy="5710134"/>
          </a:xfrm>
        </p:spPr>
        <p:txBody>
          <a:bodyPr>
            <a:normAutofit fontScale="92500" lnSpcReduction="10000"/>
          </a:bodyPr>
          <a:lstStyle/>
          <a:p>
            <a:r>
              <a:rPr lang="en-US" dirty="0"/>
              <a:t>A join token is a special-purpose, system-generated alphanumeric string used to authenticate a NIOS-X virtual server, which can then automatically associate itself with its user account and establish a connection to the Infoblox services. To deploy an endpoint, create a join token, and then issue it to the corresponding endpoint.</a:t>
            </a:r>
          </a:p>
          <a:p>
            <a:r>
              <a:rPr lang="en-US" dirty="0"/>
              <a:t>Create as many join tokens as you need, and use them for different purposes, such as the following:</a:t>
            </a:r>
          </a:p>
          <a:p>
            <a:pPr>
              <a:buFont typeface="Arial" panose="020B0604020202020204" pitchFamily="34" charset="0"/>
              <a:buChar char="•"/>
            </a:pPr>
            <a:r>
              <a:rPr lang="en-US" dirty="0">
                <a:effectLst/>
              </a:rPr>
              <a:t>Use the same join token to deploy multiple NIOS-X virtual servers.</a:t>
            </a:r>
          </a:p>
          <a:p>
            <a:pPr>
              <a:buFont typeface="Arial" panose="020B0604020202020204" pitchFamily="34" charset="0"/>
              <a:buChar char="•"/>
            </a:pPr>
            <a:r>
              <a:rPr lang="en-US" dirty="0">
                <a:effectLst/>
              </a:rPr>
              <a:t>Create a join token to provision a set of remote devices, and assign them to your Infoblox Portal account.</a:t>
            </a:r>
          </a:p>
          <a:p>
            <a:pPr>
              <a:buFont typeface="Arial" panose="020B0604020202020204" pitchFamily="34" charset="0"/>
              <a:buChar char="•"/>
            </a:pPr>
            <a:r>
              <a:rPr lang="en-US" dirty="0">
                <a:effectLst/>
              </a:rPr>
              <a:t>Create a short-lived join token for an admin who wants to join NIOS-X servers. When the admin finishes the task, revoke the join token and thus prevent the admin from provisioning new servers.</a:t>
            </a:r>
          </a:p>
          <a:p>
            <a:pPr>
              <a:buFont typeface="Arial" panose="020B0604020202020204" pitchFamily="34" charset="0"/>
              <a:buChar char="•"/>
            </a:pPr>
            <a:r>
              <a:rPr lang="en-US" dirty="0">
                <a:effectLst/>
              </a:rPr>
              <a:t>Revoke a join token if it has been compromised, to prevent its use in provisioning of new NIOS-X servers. If you use a revoked token, a server cannot establish a new connection to the Infoblox Platform. However, the server will keep an existing connection. Note that join tokens are valid until you revoke them through the Infoblox Portal.</a:t>
            </a:r>
          </a:p>
          <a:p>
            <a:pPr>
              <a:buFont typeface="Arial" panose="020B0604020202020204" pitchFamily="34" charset="0"/>
              <a:buChar char="•"/>
            </a:pPr>
            <a:r>
              <a:rPr lang="en-US" dirty="0"/>
              <a:t>Configure &gt; Administration &gt; Join Tokens</a:t>
            </a:r>
            <a:endParaRPr lang="en-US" dirty="0">
              <a:effectLst/>
            </a:endParaRPr>
          </a:p>
        </p:txBody>
      </p:sp>
    </p:spTree>
    <p:extLst>
      <p:ext uri="{BB962C8B-B14F-4D97-AF65-F5344CB8AC3E}">
        <p14:creationId xmlns:p14="http://schemas.microsoft.com/office/powerpoint/2010/main" val="412286704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DF61BA7F-1B2D-CB31-42B5-B5A416D2189C}"/>
              </a:ext>
            </a:extLst>
          </p:cNvPr>
          <p:cNvPicPr>
            <a:picLocks noGrp="1" noChangeAspect="1"/>
          </p:cNvPicPr>
          <p:nvPr>
            <p:ph idx="1"/>
          </p:nvPr>
        </p:nvPicPr>
        <p:blipFill>
          <a:blip r:embed="rId2"/>
          <a:stretch>
            <a:fillRect/>
          </a:stretch>
        </p:blipFill>
        <p:spPr>
          <a:xfrm>
            <a:off x="879572" y="1031232"/>
            <a:ext cx="10268325" cy="5194469"/>
          </a:xfrm>
        </p:spPr>
      </p:pic>
    </p:spTree>
    <p:extLst>
      <p:ext uri="{BB962C8B-B14F-4D97-AF65-F5344CB8AC3E}">
        <p14:creationId xmlns:p14="http://schemas.microsoft.com/office/powerpoint/2010/main" val="126636062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2FD1B9-15C2-2F9D-4324-374A0C64E15D}"/>
              </a:ext>
            </a:extLst>
          </p:cNvPr>
          <p:cNvSpPr>
            <a:spLocks noGrp="1"/>
          </p:cNvSpPr>
          <p:nvPr>
            <p:ph type="title"/>
          </p:nvPr>
        </p:nvSpPr>
        <p:spPr>
          <a:xfrm>
            <a:off x="646111" y="452718"/>
            <a:ext cx="8264425" cy="627052"/>
          </a:xfrm>
        </p:spPr>
        <p:txBody>
          <a:bodyPr/>
          <a:lstStyle/>
          <a:p>
            <a:r>
              <a:rPr lang="en-US" b="1" dirty="0"/>
              <a:t>IPAM Federation</a:t>
            </a:r>
            <a:br>
              <a:rPr lang="en-US" b="1" dirty="0"/>
            </a:br>
            <a:endParaRPr lang="en-US" dirty="0"/>
          </a:p>
        </p:txBody>
      </p:sp>
      <p:sp>
        <p:nvSpPr>
          <p:cNvPr id="3" name="Content Placeholder 2">
            <a:extLst>
              <a:ext uri="{FF2B5EF4-FFF2-40B4-BE49-F238E27FC236}">
                <a16:creationId xmlns:a16="http://schemas.microsoft.com/office/drawing/2014/main" id="{70D2FB6D-5D90-2100-8AD3-75601B541C18}"/>
              </a:ext>
            </a:extLst>
          </p:cNvPr>
          <p:cNvSpPr>
            <a:spLocks noGrp="1"/>
          </p:cNvSpPr>
          <p:nvPr>
            <p:ph idx="1"/>
          </p:nvPr>
        </p:nvSpPr>
        <p:spPr>
          <a:xfrm>
            <a:off x="646112" y="1079770"/>
            <a:ext cx="9403742" cy="5168629"/>
          </a:xfrm>
        </p:spPr>
        <p:txBody>
          <a:bodyPr/>
          <a:lstStyle/>
          <a:p>
            <a:r>
              <a:rPr lang="en-US" dirty="0"/>
              <a:t>Problems with overlapping IP addresses can occur when various IPAM (IP Address Management) services, including on-premise solutions like NIOS and cloud providers such as Amazon Web Services (AWS), Microsoft Azure, and Google Cloud Platform (GCP) are deployed across the network without a centralized management console that manages all on-premise and cloud providers. </a:t>
            </a:r>
          </a:p>
          <a:p>
            <a:r>
              <a:rPr lang="en-US" dirty="0"/>
              <a:t>This can lead to conflicts in routing and addressing, potentially causing network communication problems. IPAM Federation solves this problem.</a:t>
            </a:r>
          </a:p>
          <a:p>
            <a:r>
              <a:rPr lang="en-US" dirty="0"/>
              <a:t>The purpose of the IPAM Federation service is to manage and organize unique address spaces that are required across IP spaces, namespaces, or views by maintaining federated block of IP addresses and delegating ownership of those blocks to other IPAM services.</a:t>
            </a:r>
          </a:p>
          <a:p>
            <a:r>
              <a:rPr lang="en-US" dirty="0"/>
              <a:t> IPAM Federation provides a method to manage network address blocks to a federation of IPAM contexts in Universal DDI, NIOS, or any other cloud IPAM providers.  </a:t>
            </a:r>
          </a:p>
        </p:txBody>
      </p:sp>
    </p:spTree>
    <p:extLst>
      <p:ext uri="{BB962C8B-B14F-4D97-AF65-F5344CB8AC3E}">
        <p14:creationId xmlns:p14="http://schemas.microsoft.com/office/powerpoint/2010/main" val="337284633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8B9CC98-5CDB-5ACE-4D90-8AB9BC235923}"/>
              </a:ext>
            </a:extLst>
          </p:cNvPr>
          <p:cNvSpPr>
            <a:spLocks noGrp="1"/>
          </p:cNvSpPr>
          <p:nvPr>
            <p:ph idx="1"/>
          </p:nvPr>
        </p:nvSpPr>
        <p:spPr>
          <a:xfrm>
            <a:off x="651752" y="787940"/>
            <a:ext cx="10476691" cy="5749047"/>
          </a:xfrm>
        </p:spPr>
        <p:txBody>
          <a:bodyPr>
            <a:normAutofit/>
          </a:bodyPr>
          <a:lstStyle/>
          <a:p>
            <a:r>
              <a:rPr lang="en-US" dirty="0"/>
              <a:t>IPAM Federation contains the following objects:</a:t>
            </a:r>
          </a:p>
          <a:p>
            <a:pPr>
              <a:buFont typeface="Arial" panose="020B0604020202020204" pitchFamily="34" charset="0"/>
              <a:buChar char="•"/>
            </a:pPr>
            <a:r>
              <a:rPr lang="en-US" b="1" dirty="0">
                <a:effectLst/>
              </a:rPr>
              <a:t>Federated Realm </a:t>
            </a:r>
            <a:r>
              <a:rPr lang="en-US" dirty="0">
                <a:effectLst/>
              </a:rPr>
              <a:t>- A realm serves as a named container for a group of objects, establishing a distinct namespace for IPv4 and IPv6 addressing.</a:t>
            </a:r>
          </a:p>
          <a:p>
            <a:pPr>
              <a:buFont typeface="Arial" panose="020B0604020202020204" pitchFamily="34" charset="0"/>
              <a:buChar char="•"/>
            </a:pPr>
            <a:r>
              <a:rPr lang="en-US" b="1" dirty="0">
                <a:effectLst/>
              </a:rPr>
              <a:t>Federated Block </a:t>
            </a:r>
            <a:r>
              <a:rPr lang="en-US" dirty="0">
                <a:effectLst/>
              </a:rPr>
              <a:t>- CIDR notation prefix for globally unique address range which can be used for further allocation.</a:t>
            </a:r>
          </a:p>
          <a:p>
            <a:pPr>
              <a:buFont typeface="Arial" panose="020B0604020202020204" pitchFamily="34" charset="0"/>
              <a:buChar char="•"/>
            </a:pPr>
            <a:r>
              <a:rPr lang="en-US" b="1" dirty="0">
                <a:effectLst/>
              </a:rPr>
              <a:t>Delegation</a:t>
            </a:r>
            <a:r>
              <a:rPr lang="en-US" dirty="0">
                <a:effectLst/>
              </a:rPr>
              <a:t> - A CIDR notation prefix represents an address range that has been delegated to another cooperating IPAM service.</a:t>
            </a:r>
          </a:p>
          <a:p>
            <a:pPr>
              <a:buFont typeface="Arial" panose="020B0604020202020204" pitchFamily="34" charset="0"/>
              <a:buChar char="•"/>
            </a:pPr>
            <a:r>
              <a:rPr lang="en-US" b="1" dirty="0">
                <a:effectLst/>
              </a:rPr>
              <a:t>Overlapping Block </a:t>
            </a:r>
            <a:r>
              <a:rPr lang="en-US" dirty="0">
                <a:effectLst/>
              </a:rPr>
              <a:t>- A CIDR notation prefix representing an address range for which authority is expressly abandoned. Cooperating IPAM services may allocate overlapping prefixes from this block, with the understanding that they will never route to each other (for example, used behind a NAT gateway).</a:t>
            </a:r>
          </a:p>
          <a:p>
            <a:pPr>
              <a:buFont typeface="Arial" panose="020B0604020202020204" pitchFamily="34" charset="0"/>
              <a:buChar char="•"/>
            </a:pPr>
            <a:r>
              <a:rPr lang="en-US" b="1" dirty="0">
                <a:effectLst/>
              </a:rPr>
              <a:t>Reserved Block </a:t>
            </a:r>
            <a:r>
              <a:rPr lang="en-US" dirty="0">
                <a:effectLst/>
              </a:rPr>
              <a:t>- A Reserved Block is a CIDR notation prefix representing an address range for which authority is expressly forbidden. Cooperating IPAM services must not allocate overlapping prefixes from this block.</a:t>
            </a:r>
          </a:p>
          <a:p>
            <a:pPr>
              <a:buFont typeface="Arial" panose="020B0604020202020204" pitchFamily="34" charset="0"/>
              <a:buChar char="•"/>
            </a:pPr>
            <a:r>
              <a:rPr lang="en-US" b="1" dirty="0">
                <a:solidFill>
                  <a:schemeClr val="accent3">
                    <a:lumMod val="75000"/>
                  </a:schemeClr>
                </a:solidFill>
              </a:rPr>
              <a:t>Configure &gt; Networking &gt; IPAM Realms.</a:t>
            </a:r>
            <a:endParaRPr lang="en-US" b="1" dirty="0">
              <a:solidFill>
                <a:schemeClr val="accent3">
                  <a:lumMod val="75000"/>
                </a:schemeClr>
              </a:solidFill>
              <a:effectLst/>
            </a:endParaRPr>
          </a:p>
          <a:p>
            <a:endParaRPr lang="en-US" dirty="0"/>
          </a:p>
        </p:txBody>
      </p:sp>
    </p:spTree>
    <p:extLst>
      <p:ext uri="{BB962C8B-B14F-4D97-AF65-F5344CB8AC3E}">
        <p14:creationId xmlns:p14="http://schemas.microsoft.com/office/powerpoint/2010/main" val="4088009526"/>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447081CD-F09E-B7DD-8FCB-0CAF82D7F61F}"/>
              </a:ext>
            </a:extLst>
          </p:cNvPr>
          <p:cNvPicPr>
            <a:picLocks noGrp="1" noChangeAspect="1"/>
          </p:cNvPicPr>
          <p:nvPr>
            <p:ph idx="1"/>
          </p:nvPr>
        </p:nvPicPr>
        <p:blipFill>
          <a:blip r:embed="rId2"/>
          <a:stretch>
            <a:fillRect/>
          </a:stretch>
        </p:blipFill>
        <p:spPr>
          <a:xfrm>
            <a:off x="1274322" y="362299"/>
            <a:ext cx="9135933" cy="6281692"/>
          </a:xfrm>
        </p:spPr>
      </p:pic>
    </p:spTree>
    <p:extLst>
      <p:ext uri="{BB962C8B-B14F-4D97-AF65-F5344CB8AC3E}">
        <p14:creationId xmlns:p14="http://schemas.microsoft.com/office/powerpoint/2010/main" val="4093230974"/>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1002989-F035-5B0F-E9CC-291BF54E7B4F}"/>
              </a:ext>
            </a:extLst>
          </p:cNvPr>
          <p:cNvSpPr>
            <a:spLocks noGrp="1"/>
          </p:cNvSpPr>
          <p:nvPr>
            <p:ph idx="1"/>
          </p:nvPr>
        </p:nvSpPr>
        <p:spPr>
          <a:xfrm>
            <a:off x="836579" y="437746"/>
            <a:ext cx="10233497" cy="5810654"/>
          </a:xfrm>
        </p:spPr>
        <p:txBody>
          <a:bodyPr/>
          <a:lstStyle/>
          <a:p>
            <a:r>
              <a:rPr lang="en-US" dirty="0"/>
              <a:t>Amazon Route 53 is a cloud DNS web service that routes end users’ requests to internet applications and resources by resolving domain names into IP addresses and IP addresses into domain names. In Amazon Route 53, DNS records are organized into hosted zones, which are configured through the Route 53 API, AWS CLI, or AWS Management Console.</a:t>
            </a:r>
          </a:p>
          <a:p>
            <a:r>
              <a:rPr lang="en-US" dirty="0"/>
              <a:t>Universal DDI provides the capability for synchronizing and integrating public-hosted zones with Amazon Route 53, and this allows users to view and manage Route 53 DNS data through the Infoblox Portal. Also, NIOS-X Servers can be configured to service zones synchronized from Route 53. </a:t>
            </a:r>
          </a:p>
          <a:p>
            <a:endParaRPr lang="en-US" dirty="0"/>
          </a:p>
        </p:txBody>
      </p:sp>
      <p:pic>
        <p:nvPicPr>
          <p:cNvPr id="5" name="Picture 4">
            <a:extLst>
              <a:ext uri="{FF2B5EF4-FFF2-40B4-BE49-F238E27FC236}">
                <a16:creationId xmlns:a16="http://schemas.microsoft.com/office/drawing/2014/main" id="{82C1E694-8A4C-0678-AEC7-B7B6BE7C6DF4}"/>
              </a:ext>
            </a:extLst>
          </p:cNvPr>
          <p:cNvPicPr>
            <a:picLocks noChangeAspect="1"/>
          </p:cNvPicPr>
          <p:nvPr/>
        </p:nvPicPr>
        <p:blipFill>
          <a:blip r:embed="rId2"/>
          <a:stretch>
            <a:fillRect/>
          </a:stretch>
        </p:blipFill>
        <p:spPr>
          <a:xfrm>
            <a:off x="1312766" y="3429000"/>
            <a:ext cx="7056732" cy="3337849"/>
          </a:xfrm>
          <a:prstGeom prst="rect">
            <a:avLst/>
          </a:prstGeom>
        </p:spPr>
      </p:pic>
    </p:spTree>
    <p:extLst>
      <p:ext uri="{BB962C8B-B14F-4D97-AF65-F5344CB8AC3E}">
        <p14:creationId xmlns:p14="http://schemas.microsoft.com/office/powerpoint/2010/main" val="1876593625"/>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91C17C0-6481-A378-F246-2CE0624B73F0}"/>
              </a:ext>
            </a:extLst>
          </p:cNvPr>
          <p:cNvSpPr>
            <a:spLocks noGrp="1"/>
          </p:cNvSpPr>
          <p:nvPr>
            <p:ph idx="1"/>
          </p:nvPr>
        </p:nvSpPr>
        <p:spPr>
          <a:xfrm>
            <a:off x="671209" y="321013"/>
            <a:ext cx="10447506" cy="6245157"/>
          </a:xfrm>
        </p:spPr>
        <p:txBody>
          <a:bodyPr>
            <a:normAutofit lnSpcReduction="10000"/>
          </a:bodyPr>
          <a:lstStyle/>
          <a:p>
            <a:r>
              <a:rPr lang="en-US" dirty="0"/>
              <a:t>Azure DNS is a cloud DNS web service that routes end users’ requests to internet applications and resources by resolving domain names into IP addresses and IP addresses into domain names. In Azure, DNS records are organized into hosted zones, which are configured through the Azure API, Azure CLI, or Azure Resource Manager.</a:t>
            </a:r>
          </a:p>
          <a:p>
            <a:r>
              <a:rPr lang="en-US" dirty="0"/>
              <a:t>Universal DDI provides the capability for synchronizing and integrating public-hosted zones with Azure, and this allows users to view and manage Azure DNS data through the Infoblox Portal. Also, </a:t>
            </a:r>
            <a:r>
              <a:rPr lang="en-US" dirty="0" err="1"/>
              <a:t>BloxOne</a:t>
            </a:r>
            <a:r>
              <a:rPr lang="en-US" dirty="0"/>
              <a:t> NIOS-X Servers can be configured to service zones synchronized from Azure. For more information about Azure DNS, refer to the Azure DNS documentation.</a:t>
            </a:r>
          </a:p>
          <a:p>
            <a:r>
              <a:rPr lang="en-US" dirty="0"/>
              <a:t>Google Cloud Platform (GCP) is a comprehensive suite of cloud computing services offered by Google, providing scalable and flexible solutions for compute, storage, networking, big data, machine learning, and application development. It includes services like Compute Engine for virtual machines, Kubernetes Engine for container orchestration, and </a:t>
            </a:r>
            <a:r>
              <a:rPr lang="en-US" dirty="0" err="1"/>
              <a:t>BigQuery</a:t>
            </a:r>
            <a:r>
              <a:rPr lang="en-US" dirty="0"/>
              <a:t> for data analytics, all running on Google's highly reliable infrastructure. </a:t>
            </a:r>
          </a:p>
          <a:p>
            <a:r>
              <a:rPr lang="en-US" dirty="0"/>
              <a:t>Universal DDI provides the capability for synchronizing and integrating public-hosted zones with GCP, and this allows users to view and manage GCP DNS data through the Infoblox Portal. Also, NIOS-X Servers can be configured to service zones that have been synchronized from GCP.</a:t>
            </a:r>
          </a:p>
          <a:p>
            <a:endParaRPr lang="en-US" dirty="0"/>
          </a:p>
        </p:txBody>
      </p:sp>
    </p:spTree>
    <p:extLst>
      <p:ext uri="{BB962C8B-B14F-4D97-AF65-F5344CB8AC3E}">
        <p14:creationId xmlns:p14="http://schemas.microsoft.com/office/powerpoint/2010/main" val="1812542457"/>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Ion">
  <a:themeElements>
    <a:clrScheme name="Ion">
      <a:dk1>
        <a:sysClr val="windowText" lastClr="000000"/>
      </a:dk1>
      <a:lt1>
        <a:sysClr val="window" lastClr="FFFFFF"/>
      </a:lt1>
      <a:dk2>
        <a:srgbClr val="1E5155"/>
      </a:dk2>
      <a:lt2>
        <a:srgbClr val="EBEBEB"/>
      </a:lt2>
      <a:accent1>
        <a:srgbClr val="B01513"/>
      </a:accent1>
      <a:accent2>
        <a:srgbClr val="EA6312"/>
      </a:accent2>
      <a:accent3>
        <a:srgbClr val="E6B729"/>
      </a:accent3>
      <a:accent4>
        <a:srgbClr val="6AAC90"/>
      </a:accent4>
      <a:accent5>
        <a:srgbClr val="54849A"/>
      </a:accent5>
      <a:accent6>
        <a:srgbClr val="9E5E9B"/>
      </a:accent6>
      <a:hlink>
        <a:srgbClr val="58C1BA"/>
      </a:hlink>
      <a:folHlink>
        <a:srgbClr val="9DFFCB"/>
      </a:folHlink>
    </a:clrScheme>
    <a:fontScheme name="Ion">
      <a:majorFont>
        <a:latin typeface="Century Gothic" panose="020B0502020202020204"/>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panose="020B0502020202020204"/>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Ion">
      <a:fillStyleLst>
        <a:solidFill>
          <a:schemeClr val="phClr"/>
        </a:solidFill>
        <a:gradFill rotWithShape="1">
          <a:gsLst>
            <a:gs pos="0">
              <a:schemeClr val="phClr">
                <a:tint val="64000"/>
                <a:lumMod val="118000"/>
              </a:schemeClr>
            </a:gs>
            <a:gs pos="100000">
              <a:schemeClr val="phClr">
                <a:tint val="92000"/>
                <a:alpha val="100000"/>
                <a:lumMod val="110000"/>
              </a:schemeClr>
            </a:gs>
          </a:gsLst>
          <a:lin ang="5400000" scaled="0"/>
        </a:gradFill>
        <a:gradFill rotWithShape="1">
          <a:gsLst>
            <a:gs pos="0">
              <a:schemeClr val="phClr">
                <a:tint val="98000"/>
                <a:lumMod val="114000"/>
              </a:schemeClr>
            </a:gs>
            <a:gs pos="100000">
              <a:schemeClr val="phClr">
                <a:shade val="90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8575" cap="rnd" cmpd="sng"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63500" dist="38100" dir="5400000" rotWithShape="0">
              <a:srgbClr val="000000">
                <a:alpha val="60000"/>
              </a:srgbClr>
            </a:outerShdw>
          </a:effectLst>
          <a:scene3d>
            <a:camera prst="orthographicFront">
              <a:rot lat="0" lon="0" rev="0"/>
            </a:camera>
            <a:lightRig rig="threePt" dir="tl"/>
          </a:scene3d>
          <a:sp3d prstMaterial="plastic">
            <a:bevelT w="0" h="0"/>
          </a:sp3d>
        </a:effectStyle>
      </a:effectStyleLst>
      <a:bgFillStyleLst>
        <a:solidFill>
          <a:schemeClr val="phClr"/>
        </a:solidFill>
        <a:gradFill rotWithShape="1">
          <a:gsLst>
            <a:gs pos="0">
              <a:schemeClr val="phClr">
                <a:tint val="97000"/>
                <a:hueMod val="88000"/>
                <a:satMod val="130000"/>
                <a:lumMod val="124000"/>
              </a:schemeClr>
            </a:gs>
            <a:gs pos="100000">
              <a:schemeClr val="phClr">
                <a:tint val="96000"/>
                <a:shade val="88000"/>
                <a:hueMod val="108000"/>
                <a:satMod val="164000"/>
                <a:lumMod val="76000"/>
              </a:schemeClr>
            </a:gs>
          </a:gsLst>
          <a:path path="circle">
            <a:fillToRect l="45000" t="65000" r="125000" b="100000"/>
          </a:path>
        </a:gradFill>
        <a:blipFill rotWithShape="1">
          <a:blip xmlns:r="http://schemas.openxmlformats.org/officeDocument/2006/relationships" r:embed="rId1">
            <a:duotone>
              <a:schemeClr val="phClr">
                <a:shade val="69000"/>
                <a:hueMod val="108000"/>
                <a:satMod val="164000"/>
                <a:lumMod val="74000"/>
              </a:schemeClr>
              <a:schemeClr val="phClr">
                <a:tint val="96000"/>
                <a:hueMod val="88000"/>
                <a:satMod val="140000"/>
                <a:lumMod val="132000"/>
              </a:schemeClr>
            </a:duotone>
          </a:blip>
          <a:stretch/>
        </a:blipFill>
      </a:bgFillStyleLst>
    </a:fmtScheme>
  </a:themeElements>
  <a:objectDefaults/>
  <a:extraClrSchemeLst/>
  <a:extLst>
    <a:ext uri="{05A4C25C-085E-4340-85A3-A5531E510DB2}">
      <thm15:themeFamily xmlns:thm15="http://schemas.microsoft.com/office/thememl/2012/main" name="Ion" id="{B8441ADB-2E43-4AF7-B97A-BD870242C6A8}" vid="{292E63A9-BB86-4E3D-B92A-7223C6510D2E}"/>
    </a:ext>
  </a:extLst>
</a:theme>
</file>

<file path=docProps/app.xml><?xml version="1.0" encoding="utf-8"?>
<Properties xmlns="http://schemas.openxmlformats.org/officeDocument/2006/extended-properties" xmlns:vt="http://schemas.openxmlformats.org/officeDocument/2006/docPropsVTypes">
  <Template>Ion</Template>
  <TotalTime>3453</TotalTime>
  <Words>2572</Words>
  <Application>Microsoft Office PowerPoint</Application>
  <PresentationFormat>Widescreen</PresentationFormat>
  <Paragraphs>123</Paragraphs>
  <Slides>54</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54</vt:i4>
      </vt:variant>
    </vt:vector>
  </HeadingPairs>
  <TitlesOfParts>
    <vt:vector size="59" baseType="lpstr">
      <vt:lpstr>Arial</vt:lpstr>
      <vt:lpstr>Century Gothic</vt:lpstr>
      <vt:lpstr>Wingdings</vt:lpstr>
      <vt:lpstr>Wingdings 3</vt:lpstr>
      <vt:lpstr>Ion</vt:lpstr>
      <vt:lpstr>Infoblox NIOS </vt:lpstr>
      <vt:lpstr>PowerPoint Presentation</vt:lpstr>
      <vt:lpstr>Infoblox NIOS</vt:lpstr>
      <vt:lpstr>Infoblox Deployment Methods</vt:lpstr>
      <vt:lpstr>Grid Basics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DHCP Service Infoblox</vt:lpstr>
      <vt:lpstr>PowerPoint Presentation</vt:lpstr>
      <vt:lpstr>Configuring DHCP ping Status</vt:lpstr>
      <vt:lpstr>PowerPoint Presentation</vt:lpstr>
      <vt:lpstr>PowerPoint Presentation</vt:lpstr>
      <vt:lpstr>PowerPoint Presentation</vt:lpstr>
      <vt:lpstr>PowerPoint Presentation</vt:lpstr>
      <vt:lpstr>PowerPoint Presentation</vt:lpstr>
      <vt:lpstr>CLI Commands</vt:lpstr>
      <vt:lpstr>Phantom Domain attack</vt:lpstr>
      <vt:lpstr>DNSSEC</vt:lpstr>
      <vt:lpstr>PowerPoint Presentation</vt:lpstr>
      <vt:lpstr>PowerPoint Presentation</vt:lpstr>
      <vt:lpstr>DNS Firewall </vt:lpstr>
      <vt:lpstr>PowerPoint Presentation</vt:lpstr>
      <vt:lpstr>PowerPoint Presentation</vt:lpstr>
      <vt:lpstr>Universal DDI</vt:lpstr>
      <vt:lpstr>BloxOne Cloud</vt:lpstr>
      <vt:lpstr>PowerPoint Presentation</vt:lpstr>
      <vt:lpstr>PowerPoint Presentation</vt:lpstr>
      <vt:lpstr>PowerPoint Presentation</vt:lpstr>
      <vt:lpstr>PowerPoint Presentation</vt:lpstr>
      <vt:lpstr>PowerPoint Presentation</vt:lpstr>
      <vt:lpstr>Tokens in CSP Portal </vt:lpstr>
      <vt:lpstr>PowerPoint Presentation</vt:lpstr>
      <vt:lpstr>IPAM Federation </vt:lpstr>
      <vt:lpstr>PowerPoint Presentation</vt:lpstr>
      <vt:lpstr>PowerPoint Presentation</vt:lpstr>
      <vt:lpstr>PowerPoint Presentation</vt:lpstr>
      <vt:lpstr>PowerPoint Presentation</vt:lpstr>
    </vt:vector>
  </TitlesOfParts>
  <Company>Bosch Group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Singh Gaurav Pratap (BD/ISA-NSC6)</dc:creator>
  <cp:lastModifiedBy>Panda, Himansu</cp:lastModifiedBy>
  <cp:revision>11</cp:revision>
  <dcterms:created xsi:type="dcterms:W3CDTF">2025-04-28T08:33:57Z</dcterms:created>
  <dcterms:modified xsi:type="dcterms:W3CDTF">2026-06-09T14:16:06Z</dcterms:modified>
</cp:coreProperties>
</file>